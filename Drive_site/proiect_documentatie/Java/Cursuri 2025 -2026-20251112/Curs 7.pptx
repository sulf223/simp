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6"/>
  </p:notesMasterIdLst>
  <p:sldIdLst>
    <p:sldId id="264" r:id="rId2"/>
    <p:sldId id="258" r:id="rId3"/>
    <p:sldId id="266" r:id="rId4"/>
    <p:sldId id="269" r:id="rId5"/>
    <p:sldId id="270" r:id="rId6"/>
    <p:sldId id="300" r:id="rId7"/>
    <p:sldId id="299" r:id="rId8"/>
    <p:sldId id="272" r:id="rId9"/>
    <p:sldId id="273" r:id="rId10"/>
    <p:sldId id="275" r:id="rId11"/>
    <p:sldId id="276" r:id="rId12"/>
    <p:sldId id="301" r:id="rId13"/>
    <p:sldId id="277" r:id="rId14"/>
    <p:sldId id="278" r:id="rId15"/>
    <p:sldId id="281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302" r:id="rId33"/>
    <p:sldId id="303" r:id="rId34"/>
    <p:sldId id="304" r:id="rId35"/>
  </p:sldIdLst>
  <p:sldSz cx="10080625" cy="7559675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6">
          <p15:clr>
            <a:srgbClr val="A4A3A4"/>
          </p15:clr>
        </p15:guide>
        <p15:guide id="2" pos="20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>
        <p:scale>
          <a:sx n="66" d="100"/>
          <a:sy n="66" d="100"/>
        </p:scale>
        <p:origin x="795" y="384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068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6"/>
        <p:guide pos="20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647CC8-FC2B-4A28-9432-E3DFB518828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074AFBC-265F-4A6C-A02B-C8A0063E8C91}">
      <dgm:prSet/>
      <dgm:spPr/>
      <dgm:t>
        <a:bodyPr/>
        <a:lstStyle/>
        <a:p>
          <a:r>
            <a:rPr lang="en-GB" b="1"/>
            <a:t>Supraincarcarea metodelor (overloading)</a:t>
          </a:r>
          <a:endParaRPr lang="en-US"/>
        </a:p>
      </dgm:t>
    </dgm:pt>
    <dgm:pt modelId="{134ABC11-AB73-4D2D-9D2E-60A45DFCB8F1}" type="parTrans" cxnId="{ADB07AD9-82F9-4CD5-9738-CA45D73249D7}">
      <dgm:prSet/>
      <dgm:spPr/>
      <dgm:t>
        <a:bodyPr/>
        <a:lstStyle/>
        <a:p>
          <a:endParaRPr lang="en-US"/>
        </a:p>
      </dgm:t>
    </dgm:pt>
    <dgm:pt modelId="{E61B3B74-295A-49D4-86EB-C508E3B28376}" type="sibTrans" cxnId="{ADB07AD9-82F9-4CD5-9738-CA45D73249D7}">
      <dgm:prSet/>
      <dgm:spPr/>
      <dgm:t>
        <a:bodyPr/>
        <a:lstStyle/>
        <a:p>
          <a:endParaRPr lang="en-US"/>
        </a:p>
      </dgm:t>
    </dgm:pt>
    <dgm:pt modelId="{A9B01CF2-BBF9-45D9-8611-6F3B2B135CFC}">
      <dgm:prSet/>
      <dgm:spPr/>
      <dgm:t>
        <a:bodyPr/>
        <a:lstStyle/>
        <a:p>
          <a:r>
            <a:rPr lang="en-GB" b="1"/>
            <a:t>Suprascrierea metodelor (overriding)</a:t>
          </a:r>
          <a:endParaRPr lang="en-US"/>
        </a:p>
      </dgm:t>
    </dgm:pt>
    <dgm:pt modelId="{3DC272D8-AC6C-447C-A947-74E3E3C80F46}" type="parTrans" cxnId="{CBF27DED-6C26-4618-B0B8-39E54AFDF8B4}">
      <dgm:prSet/>
      <dgm:spPr/>
      <dgm:t>
        <a:bodyPr/>
        <a:lstStyle/>
        <a:p>
          <a:endParaRPr lang="en-US"/>
        </a:p>
      </dgm:t>
    </dgm:pt>
    <dgm:pt modelId="{FD328260-112A-40D9-91BD-C09340BE22F2}" type="sibTrans" cxnId="{CBF27DED-6C26-4618-B0B8-39E54AFDF8B4}">
      <dgm:prSet/>
      <dgm:spPr/>
      <dgm:t>
        <a:bodyPr/>
        <a:lstStyle/>
        <a:p>
          <a:endParaRPr lang="en-US"/>
        </a:p>
      </dgm:t>
    </dgm:pt>
    <dgm:pt modelId="{271E99CB-1E57-4120-A835-B57E8D690360}">
      <dgm:prSet/>
      <dgm:spPr/>
      <dgm:t>
        <a:bodyPr/>
        <a:lstStyle/>
        <a:p>
          <a:r>
            <a:rPr lang="en-GB" b="1"/>
            <a:t>Legarea dinamica a metodelor</a:t>
          </a:r>
          <a:endParaRPr lang="en-US"/>
        </a:p>
      </dgm:t>
    </dgm:pt>
    <dgm:pt modelId="{AFF4DA07-9C9C-4793-BB95-2A22ACEE6DC7}" type="parTrans" cxnId="{C33DB460-C08D-4B84-A076-B1FE2540B51A}">
      <dgm:prSet/>
      <dgm:spPr/>
      <dgm:t>
        <a:bodyPr/>
        <a:lstStyle/>
        <a:p>
          <a:endParaRPr lang="en-US"/>
        </a:p>
      </dgm:t>
    </dgm:pt>
    <dgm:pt modelId="{759CCFD2-7863-45DC-AF30-2CD4B5715673}" type="sibTrans" cxnId="{C33DB460-C08D-4B84-A076-B1FE2540B51A}">
      <dgm:prSet/>
      <dgm:spPr/>
      <dgm:t>
        <a:bodyPr/>
        <a:lstStyle/>
        <a:p>
          <a:endParaRPr lang="en-US"/>
        </a:p>
      </dgm:t>
    </dgm:pt>
    <dgm:pt modelId="{EEEB575B-056D-45C2-AB4B-EDE8A1B85181}" type="pres">
      <dgm:prSet presAssocID="{BA647CC8-FC2B-4A28-9432-E3DFB5188283}" presName="root" presStyleCnt="0">
        <dgm:presLayoutVars>
          <dgm:dir/>
          <dgm:resizeHandles val="exact"/>
        </dgm:presLayoutVars>
      </dgm:prSet>
      <dgm:spPr/>
    </dgm:pt>
    <dgm:pt modelId="{F3E3FD72-23A7-4890-8F87-3767197A4F50}" type="pres">
      <dgm:prSet presAssocID="{A074AFBC-265F-4A6C-A02B-C8A0063E8C91}" presName="compNode" presStyleCnt="0"/>
      <dgm:spPr/>
    </dgm:pt>
    <dgm:pt modelId="{3AFC59E5-20BB-4A3B-AA4F-702C0CB4BBFE}" type="pres">
      <dgm:prSet presAssocID="{A074AFBC-265F-4A6C-A02B-C8A0063E8C91}" presName="bgRect" presStyleLbl="bgShp" presStyleIdx="0" presStyleCnt="3"/>
      <dgm:spPr/>
    </dgm:pt>
    <dgm:pt modelId="{89DE3F23-D8D3-4B95-8C6D-7FBF06293640}" type="pres">
      <dgm:prSet presAssocID="{A074AFBC-265F-4A6C-A02B-C8A0063E8C9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bish"/>
        </a:ext>
      </dgm:extLst>
    </dgm:pt>
    <dgm:pt modelId="{A148F341-F164-4190-A920-33E4589D3131}" type="pres">
      <dgm:prSet presAssocID="{A074AFBC-265F-4A6C-A02B-C8A0063E8C91}" presName="spaceRect" presStyleCnt="0"/>
      <dgm:spPr/>
    </dgm:pt>
    <dgm:pt modelId="{1C0193D9-04A4-4CDE-B055-1A46C49DC792}" type="pres">
      <dgm:prSet presAssocID="{A074AFBC-265F-4A6C-A02B-C8A0063E8C91}" presName="parTx" presStyleLbl="revTx" presStyleIdx="0" presStyleCnt="3">
        <dgm:presLayoutVars>
          <dgm:chMax val="0"/>
          <dgm:chPref val="0"/>
        </dgm:presLayoutVars>
      </dgm:prSet>
      <dgm:spPr/>
    </dgm:pt>
    <dgm:pt modelId="{28A73C0D-2721-447E-8530-814D5E4DCD6C}" type="pres">
      <dgm:prSet presAssocID="{E61B3B74-295A-49D4-86EB-C508E3B28376}" presName="sibTrans" presStyleCnt="0"/>
      <dgm:spPr/>
    </dgm:pt>
    <dgm:pt modelId="{186BB2F5-BC32-4065-85AD-AE09EC606740}" type="pres">
      <dgm:prSet presAssocID="{A9B01CF2-BBF9-45D9-8611-6F3B2B135CFC}" presName="compNode" presStyleCnt="0"/>
      <dgm:spPr/>
    </dgm:pt>
    <dgm:pt modelId="{EEF9D36B-6114-4ED7-AD72-2D09A59F0FC3}" type="pres">
      <dgm:prSet presAssocID="{A9B01CF2-BBF9-45D9-8611-6F3B2B135CFC}" presName="bgRect" presStyleLbl="bgShp" presStyleIdx="1" presStyleCnt="3"/>
      <dgm:spPr/>
    </dgm:pt>
    <dgm:pt modelId="{04104A14-0A2F-4EF4-B5B7-19A593620B29}" type="pres">
      <dgm:prSet presAssocID="{A9B01CF2-BBF9-45D9-8611-6F3B2B135C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7B64F142-3177-4646-A4DD-282B32655314}" type="pres">
      <dgm:prSet presAssocID="{A9B01CF2-BBF9-45D9-8611-6F3B2B135CFC}" presName="spaceRect" presStyleCnt="0"/>
      <dgm:spPr/>
    </dgm:pt>
    <dgm:pt modelId="{A4FBAF75-9652-4067-9253-387B6F919302}" type="pres">
      <dgm:prSet presAssocID="{A9B01CF2-BBF9-45D9-8611-6F3B2B135CFC}" presName="parTx" presStyleLbl="revTx" presStyleIdx="1" presStyleCnt="3">
        <dgm:presLayoutVars>
          <dgm:chMax val="0"/>
          <dgm:chPref val="0"/>
        </dgm:presLayoutVars>
      </dgm:prSet>
      <dgm:spPr/>
    </dgm:pt>
    <dgm:pt modelId="{A302B569-DE81-4AA3-94AC-16795A648F73}" type="pres">
      <dgm:prSet presAssocID="{FD328260-112A-40D9-91BD-C09340BE22F2}" presName="sibTrans" presStyleCnt="0"/>
      <dgm:spPr/>
    </dgm:pt>
    <dgm:pt modelId="{823317E0-0BE3-4413-804F-C3265FB8158F}" type="pres">
      <dgm:prSet presAssocID="{271E99CB-1E57-4120-A835-B57E8D690360}" presName="compNode" presStyleCnt="0"/>
      <dgm:spPr/>
    </dgm:pt>
    <dgm:pt modelId="{BFF9CAB9-679C-4FD7-892C-12D7A9AD8138}" type="pres">
      <dgm:prSet presAssocID="{271E99CB-1E57-4120-A835-B57E8D690360}" presName="bgRect" presStyleLbl="bgShp" presStyleIdx="2" presStyleCnt="3"/>
      <dgm:spPr/>
    </dgm:pt>
    <dgm:pt modelId="{E3F49D68-8ACE-4F5C-8DAA-3E31EA8BEC0F}" type="pres">
      <dgm:prSet presAssocID="{271E99CB-1E57-4120-A835-B57E8D6903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89A87C8-1E94-4107-AA77-4B4F30A3802E}" type="pres">
      <dgm:prSet presAssocID="{271E99CB-1E57-4120-A835-B57E8D690360}" presName="spaceRect" presStyleCnt="0"/>
      <dgm:spPr/>
    </dgm:pt>
    <dgm:pt modelId="{D379B2E8-424C-4D5D-9524-D01B31527926}" type="pres">
      <dgm:prSet presAssocID="{271E99CB-1E57-4120-A835-B57E8D6903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7A3B606-1187-4940-9463-21356BD1A862}" type="presOf" srcId="{A074AFBC-265F-4A6C-A02B-C8A0063E8C91}" destId="{1C0193D9-04A4-4CDE-B055-1A46C49DC792}" srcOrd="0" destOrd="0" presId="urn:microsoft.com/office/officeart/2018/2/layout/IconVerticalSolidList"/>
    <dgm:cxn modelId="{E6A51C31-D8E4-419E-ABEC-E89A9104782A}" type="presOf" srcId="{271E99CB-1E57-4120-A835-B57E8D690360}" destId="{D379B2E8-424C-4D5D-9524-D01B31527926}" srcOrd="0" destOrd="0" presId="urn:microsoft.com/office/officeart/2018/2/layout/IconVerticalSolidList"/>
    <dgm:cxn modelId="{C33DB460-C08D-4B84-A076-B1FE2540B51A}" srcId="{BA647CC8-FC2B-4A28-9432-E3DFB5188283}" destId="{271E99CB-1E57-4120-A835-B57E8D690360}" srcOrd="2" destOrd="0" parTransId="{AFF4DA07-9C9C-4793-BB95-2A22ACEE6DC7}" sibTransId="{759CCFD2-7863-45DC-AF30-2CD4B5715673}"/>
    <dgm:cxn modelId="{4C3CC761-9B53-4DA1-9684-7B808A358E23}" type="presOf" srcId="{BA647CC8-FC2B-4A28-9432-E3DFB5188283}" destId="{EEEB575B-056D-45C2-AB4B-EDE8A1B85181}" srcOrd="0" destOrd="0" presId="urn:microsoft.com/office/officeart/2018/2/layout/IconVerticalSolidList"/>
    <dgm:cxn modelId="{ADB07AD9-82F9-4CD5-9738-CA45D73249D7}" srcId="{BA647CC8-FC2B-4A28-9432-E3DFB5188283}" destId="{A074AFBC-265F-4A6C-A02B-C8A0063E8C91}" srcOrd="0" destOrd="0" parTransId="{134ABC11-AB73-4D2D-9D2E-60A45DFCB8F1}" sibTransId="{E61B3B74-295A-49D4-86EB-C508E3B28376}"/>
    <dgm:cxn modelId="{CBF27DED-6C26-4618-B0B8-39E54AFDF8B4}" srcId="{BA647CC8-FC2B-4A28-9432-E3DFB5188283}" destId="{A9B01CF2-BBF9-45D9-8611-6F3B2B135CFC}" srcOrd="1" destOrd="0" parTransId="{3DC272D8-AC6C-447C-A947-74E3E3C80F46}" sibTransId="{FD328260-112A-40D9-91BD-C09340BE22F2}"/>
    <dgm:cxn modelId="{220326FD-9E9D-4119-844F-23E7A6B50A46}" type="presOf" srcId="{A9B01CF2-BBF9-45D9-8611-6F3B2B135CFC}" destId="{A4FBAF75-9652-4067-9253-387B6F919302}" srcOrd="0" destOrd="0" presId="urn:microsoft.com/office/officeart/2018/2/layout/IconVerticalSolidList"/>
    <dgm:cxn modelId="{6B238AFB-5EB3-4311-BC04-08726174BA06}" type="presParOf" srcId="{EEEB575B-056D-45C2-AB4B-EDE8A1B85181}" destId="{F3E3FD72-23A7-4890-8F87-3767197A4F50}" srcOrd="0" destOrd="0" presId="urn:microsoft.com/office/officeart/2018/2/layout/IconVerticalSolidList"/>
    <dgm:cxn modelId="{6B0E4EA1-FF38-4D60-B6C7-925BB4BD0290}" type="presParOf" srcId="{F3E3FD72-23A7-4890-8F87-3767197A4F50}" destId="{3AFC59E5-20BB-4A3B-AA4F-702C0CB4BBFE}" srcOrd="0" destOrd="0" presId="urn:microsoft.com/office/officeart/2018/2/layout/IconVerticalSolidList"/>
    <dgm:cxn modelId="{FF868E99-9417-4B90-92C2-36EA9BA86C40}" type="presParOf" srcId="{F3E3FD72-23A7-4890-8F87-3767197A4F50}" destId="{89DE3F23-D8D3-4B95-8C6D-7FBF06293640}" srcOrd="1" destOrd="0" presId="urn:microsoft.com/office/officeart/2018/2/layout/IconVerticalSolidList"/>
    <dgm:cxn modelId="{A15E1E81-8C4C-4CBD-8A0C-4F18259D444A}" type="presParOf" srcId="{F3E3FD72-23A7-4890-8F87-3767197A4F50}" destId="{A148F341-F164-4190-A920-33E4589D3131}" srcOrd="2" destOrd="0" presId="urn:microsoft.com/office/officeart/2018/2/layout/IconVerticalSolidList"/>
    <dgm:cxn modelId="{43E3660A-CE5A-4028-8308-93F1DC41BBC1}" type="presParOf" srcId="{F3E3FD72-23A7-4890-8F87-3767197A4F50}" destId="{1C0193D9-04A4-4CDE-B055-1A46C49DC792}" srcOrd="3" destOrd="0" presId="urn:microsoft.com/office/officeart/2018/2/layout/IconVerticalSolidList"/>
    <dgm:cxn modelId="{9269B59F-9284-4B43-B14E-C1FC2FB50F85}" type="presParOf" srcId="{EEEB575B-056D-45C2-AB4B-EDE8A1B85181}" destId="{28A73C0D-2721-447E-8530-814D5E4DCD6C}" srcOrd="1" destOrd="0" presId="urn:microsoft.com/office/officeart/2018/2/layout/IconVerticalSolidList"/>
    <dgm:cxn modelId="{67EF0103-4701-439E-A6E5-9C05957B76F9}" type="presParOf" srcId="{EEEB575B-056D-45C2-AB4B-EDE8A1B85181}" destId="{186BB2F5-BC32-4065-85AD-AE09EC606740}" srcOrd="2" destOrd="0" presId="urn:microsoft.com/office/officeart/2018/2/layout/IconVerticalSolidList"/>
    <dgm:cxn modelId="{EF2CA888-96AA-4594-BBAE-CC4F2ECB03FD}" type="presParOf" srcId="{186BB2F5-BC32-4065-85AD-AE09EC606740}" destId="{EEF9D36B-6114-4ED7-AD72-2D09A59F0FC3}" srcOrd="0" destOrd="0" presId="urn:microsoft.com/office/officeart/2018/2/layout/IconVerticalSolidList"/>
    <dgm:cxn modelId="{3FD2C39C-ABAE-453F-BCAE-509C57057DA1}" type="presParOf" srcId="{186BB2F5-BC32-4065-85AD-AE09EC606740}" destId="{04104A14-0A2F-4EF4-B5B7-19A593620B29}" srcOrd="1" destOrd="0" presId="urn:microsoft.com/office/officeart/2018/2/layout/IconVerticalSolidList"/>
    <dgm:cxn modelId="{B6A5176E-3E12-4BB3-BC39-A914CFA306A7}" type="presParOf" srcId="{186BB2F5-BC32-4065-85AD-AE09EC606740}" destId="{7B64F142-3177-4646-A4DD-282B32655314}" srcOrd="2" destOrd="0" presId="urn:microsoft.com/office/officeart/2018/2/layout/IconVerticalSolidList"/>
    <dgm:cxn modelId="{C723064F-D0AE-4BEA-A399-BF84A33C7234}" type="presParOf" srcId="{186BB2F5-BC32-4065-85AD-AE09EC606740}" destId="{A4FBAF75-9652-4067-9253-387B6F919302}" srcOrd="3" destOrd="0" presId="urn:microsoft.com/office/officeart/2018/2/layout/IconVerticalSolidList"/>
    <dgm:cxn modelId="{B019C80B-E681-4F0D-BE68-00FA38EBC46D}" type="presParOf" srcId="{EEEB575B-056D-45C2-AB4B-EDE8A1B85181}" destId="{A302B569-DE81-4AA3-94AC-16795A648F73}" srcOrd="3" destOrd="0" presId="urn:microsoft.com/office/officeart/2018/2/layout/IconVerticalSolidList"/>
    <dgm:cxn modelId="{22F46D95-A5F7-47F4-9FF4-CC8D0B75C544}" type="presParOf" srcId="{EEEB575B-056D-45C2-AB4B-EDE8A1B85181}" destId="{823317E0-0BE3-4413-804F-C3265FB8158F}" srcOrd="4" destOrd="0" presId="urn:microsoft.com/office/officeart/2018/2/layout/IconVerticalSolidList"/>
    <dgm:cxn modelId="{A230BEA4-3F59-44D7-8D1C-B77B4A87B8F1}" type="presParOf" srcId="{823317E0-0BE3-4413-804F-C3265FB8158F}" destId="{BFF9CAB9-679C-4FD7-892C-12D7A9AD8138}" srcOrd="0" destOrd="0" presId="urn:microsoft.com/office/officeart/2018/2/layout/IconVerticalSolidList"/>
    <dgm:cxn modelId="{2EE56053-D1D8-4627-BBC1-050A2E078B90}" type="presParOf" srcId="{823317E0-0BE3-4413-804F-C3265FB8158F}" destId="{E3F49D68-8ACE-4F5C-8DAA-3E31EA8BEC0F}" srcOrd="1" destOrd="0" presId="urn:microsoft.com/office/officeart/2018/2/layout/IconVerticalSolidList"/>
    <dgm:cxn modelId="{B5BBFB22-4AC8-4B67-99DA-B2185DAC404C}" type="presParOf" srcId="{823317E0-0BE3-4413-804F-C3265FB8158F}" destId="{689A87C8-1E94-4107-AA77-4B4F30A3802E}" srcOrd="2" destOrd="0" presId="urn:microsoft.com/office/officeart/2018/2/layout/IconVerticalSolidList"/>
    <dgm:cxn modelId="{69003D3B-6E1D-4840-AD93-143FCA0C2363}" type="presParOf" srcId="{823317E0-0BE3-4413-804F-C3265FB8158F}" destId="{D379B2E8-424C-4D5D-9524-D01B315279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BB0740-8328-4AAA-9652-204BCCA620C7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9585471-351F-4B9F-BF94-8304877F9CCC}">
      <dgm:prSet custT="1"/>
      <dgm:spPr/>
      <dgm:t>
        <a:bodyPr/>
        <a:lstStyle/>
        <a:p>
          <a:r>
            <a:rPr lang="en-US" sz="1600" b="1" dirty="0"/>
            <a:t>public class Number {</a:t>
          </a:r>
          <a:endParaRPr lang="en-US" sz="1600" dirty="0"/>
        </a:p>
      </dgm:t>
    </dgm:pt>
    <dgm:pt modelId="{F020FDF7-2AEB-4375-A7AE-D379B96B215F}" type="parTrans" cxnId="{4E6B45BD-3752-4A2E-91D6-05827061B401}">
      <dgm:prSet/>
      <dgm:spPr/>
      <dgm:t>
        <a:bodyPr/>
        <a:lstStyle/>
        <a:p>
          <a:endParaRPr lang="en-US" sz="1400"/>
        </a:p>
      </dgm:t>
    </dgm:pt>
    <dgm:pt modelId="{B7D1BC1B-09CF-4172-BA94-9FC0D7CC7AD1}" type="sibTrans" cxnId="{4E6B45BD-3752-4A2E-91D6-05827061B401}">
      <dgm:prSet/>
      <dgm:spPr/>
      <dgm:t>
        <a:bodyPr/>
        <a:lstStyle/>
        <a:p>
          <a:endParaRPr lang="en-US" sz="1400"/>
        </a:p>
      </dgm:t>
    </dgm:pt>
    <dgm:pt modelId="{6F2916DE-EFB3-40C5-8AAA-C21A118A76DB}">
      <dgm:prSet custT="1"/>
      <dgm:spPr/>
      <dgm:t>
        <a:bodyPr/>
        <a:lstStyle/>
        <a:p>
          <a:r>
            <a:rPr lang="en-US" sz="1600" b="1" dirty="0"/>
            <a:t>private double n;</a:t>
          </a:r>
          <a:endParaRPr lang="en-US" sz="1600" dirty="0"/>
        </a:p>
      </dgm:t>
    </dgm:pt>
    <dgm:pt modelId="{EBEF5512-1789-4A12-941A-709575358BE3}" type="parTrans" cxnId="{CA5AA045-3AC1-4802-864B-710AC2317AD6}">
      <dgm:prSet/>
      <dgm:spPr/>
      <dgm:t>
        <a:bodyPr/>
        <a:lstStyle/>
        <a:p>
          <a:endParaRPr lang="en-US" sz="1400"/>
        </a:p>
      </dgm:t>
    </dgm:pt>
    <dgm:pt modelId="{D7B902E2-EDAD-4843-96A1-9AA33829D977}" type="sibTrans" cxnId="{CA5AA045-3AC1-4802-864B-710AC2317AD6}">
      <dgm:prSet/>
      <dgm:spPr/>
      <dgm:t>
        <a:bodyPr/>
        <a:lstStyle/>
        <a:p>
          <a:endParaRPr lang="en-US" sz="1400"/>
        </a:p>
      </dgm:t>
    </dgm:pt>
    <dgm:pt modelId="{0E9520BE-02FE-42FA-876B-8DD8D7E1CC33}">
      <dgm:prSet custT="1"/>
      <dgm:spPr/>
      <dgm:t>
        <a:bodyPr/>
        <a:lstStyle/>
        <a:p>
          <a:r>
            <a:rPr lang="en-US" sz="1600" b="1"/>
            <a:t>public Number(double n) {</a:t>
          </a:r>
          <a:endParaRPr lang="en-US" sz="1600"/>
        </a:p>
      </dgm:t>
    </dgm:pt>
    <dgm:pt modelId="{4163C696-0ADB-4E53-87DF-E7A82B609109}" type="parTrans" cxnId="{BBFEA5A1-DB7B-4E83-9E49-84EF2A487CA5}">
      <dgm:prSet/>
      <dgm:spPr/>
      <dgm:t>
        <a:bodyPr/>
        <a:lstStyle/>
        <a:p>
          <a:endParaRPr lang="en-US" sz="1400"/>
        </a:p>
      </dgm:t>
    </dgm:pt>
    <dgm:pt modelId="{C02D5B1E-C620-4A51-82C2-3897F8D61E2F}" type="sibTrans" cxnId="{BBFEA5A1-DB7B-4E83-9E49-84EF2A487CA5}">
      <dgm:prSet/>
      <dgm:spPr/>
      <dgm:t>
        <a:bodyPr/>
        <a:lstStyle/>
        <a:p>
          <a:endParaRPr lang="en-US" sz="1400"/>
        </a:p>
      </dgm:t>
    </dgm:pt>
    <dgm:pt modelId="{73EF1878-7901-46EC-9A9E-E799C05390C1}">
      <dgm:prSet custT="1"/>
      <dgm:spPr/>
      <dgm:t>
        <a:bodyPr/>
        <a:lstStyle/>
        <a:p>
          <a:r>
            <a:rPr lang="en-US" sz="1600" b="1"/>
            <a:t>this.n = n; }</a:t>
          </a:r>
          <a:endParaRPr lang="en-US" sz="1600"/>
        </a:p>
      </dgm:t>
    </dgm:pt>
    <dgm:pt modelId="{E439C6D2-11E6-4306-9092-E853110C846A}" type="parTrans" cxnId="{B15C1141-5C35-4DD8-94BE-029A0B866BE3}">
      <dgm:prSet/>
      <dgm:spPr/>
      <dgm:t>
        <a:bodyPr/>
        <a:lstStyle/>
        <a:p>
          <a:endParaRPr lang="en-US" sz="1400"/>
        </a:p>
      </dgm:t>
    </dgm:pt>
    <dgm:pt modelId="{23B11196-4545-41C3-8B50-966589C05EEF}" type="sibTrans" cxnId="{B15C1141-5C35-4DD8-94BE-029A0B866BE3}">
      <dgm:prSet/>
      <dgm:spPr/>
      <dgm:t>
        <a:bodyPr/>
        <a:lstStyle/>
        <a:p>
          <a:endParaRPr lang="en-US" sz="1400"/>
        </a:p>
      </dgm:t>
    </dgm:pt>
    <dgm:pt modelId="{CF4F03AD-0745-4892-B3C0-5C962E63D627}">
      <dgm:prSet custT="1"/>
      <dgm:spPr/>
      <dgm:t>
        <a:bodyPr/>
        <a:lstStyle/>
        <a:p>
          <a:r>
            <a:rPr lang="en-US" sz="1600" b="1"/>
            <a:t>public double getNumber() {</a:t>
          </a:r>
          <a:endParaRPr lang="en-US" sz="1600"/>
        </a:p>
      </dgm:t>
    </dgm:pt>
    <dgm:pt modelId="{14FAF37E-12D1-4A39-8D23-AD6D03497E6D}" type="parTrans" cxnId="{02549A62-81E1-4020-84FA-0803263B02D2}">
      <dgm:prSet/>
      <dgm:spPr/>
      <dgm:t>
        <a:bodyPr/>
        <a:lstStyle/>
        <a:p>
          <a:endParaRPr lang="en-US" sz="1400"/>
        </a:p>
      </dgm:t>
    </dgm:pt>
    <dgm:pt modelId="{0A38B0F2-212E-409E-9757-043F4DFC7B38}" type="sibTrans" cxnId="{02549A62-81E1-4020-84FA-0803263B02D2}">
      <dgm:prSet/>
      <dgm:spPr/>
      <dgm:t>
        <a:bodyPr/>
        <a:lstStyle/>
        <a:p>
          <a:endParaRPr lang="en-US" sz="1400"/>
        </a:p>
      </dgm:t>
    </dgm:pt>
    <dgm:pt modelId="{4CF9CA4E-DCD9-407A-87B1-AE8C896CBE9A}">
      <dgm:prSet custT="1"/>
      <dgm:spPr/>
      <dgm:t>
        <a:bodyPr/>
        <a:lstStyle/>
        <a:p>
          <a:r>
            <a:rPr lang="en-US" sz="1600" b="1"/>
            <a:t>return n; }</a:t>
          </a:r>
          <a:endParaRPr lang="en-US" sz="1600"/>
        </a:p>
      </dgm:t>
    </dgm:pt>
    <dgm:pt modelId="{2478D583-4439-4456-ACF8-81EFAC283ADC}" type="parTrans" cxnId="{04A27180-2801-46A2-9286-F9C22126F0A4}">
      <dgm:prSet/>
      <dgm:spPr/>
      <dgm:t>
        <a:bodyPr/>
        <a:lstStyle/>
        <a:p>
          <a:endParaRPr lang="en-US" sz="1400"/>
        </a:p>
      </dgm:t>
    </dgm:pt>
    <dgm:pt modelId="{2BD392CF-3456-47CD-B5C6-72D22E51EAD6}" type="sibTrans" cxnId="{04A27180-2801-46A2-9286-F9C22126F0A4}">
      <dgm:prSet/>
      <dgm:spPr/>
      <dgm:t>
        <a:bodyPr/>
        <a:lstStyle/>
        <a:p>
          <a:endParaRPr lang="en-US" sz="1400"/>
        </a:p>
      </dgm:t>
    </dgm:pt>
    <dgm:pt modelId="{49D61008-5672-4668-9F69-1934DC77DF0F}">
      <dgm:prSet custT="1"/>
      <dgm:spPr/>
      <dgm:t>
        <a:bodyPr/>
        <a:lstStyle/>
        <a:p>
          <a:r>
            <a:rPr lang="en-US" sz="1600" b="1" dirty="0"/>
            <a:t>public double </a:t>
          </a:r>
          <a:r>
            <a:rPr lang="en-US" sz="1600" b="1" dirty="0">
              <a:solidFill>
                <a:srgbClr val="FF0000"/>
              </a:solidFill>
            </a:rPr>
            <a:t>add</a:t>
          </a:r>
          <a:r>
            <a:rPr lang="en-US" sz="1600" b="1" dirty="0"/>
            <a:t>(double m) {</a:t>
          </a:r>
          <a:endParaRPr lang="en-US" sz="1600" dirty="0"/>
        </a:p>
      </dgm:t>
    </dgm:pt>
    <dgm:pt modelId="{BDCA0384-0E8E-4855-A925-055FA10E7869}" type="parTrans" cxnId="{53D3716A-ABF7-48D7-B2B5-DA22B6197B76}">
      <dgm:prSet/>
      <dgm:spPr/>
      <dgm:t>
        <a:bodyPr/>
        <a:lstStyle/>
        <a:p>
          <a:endParaRPr lang="en-US" sz="1400"/>
        </a:p>
      </dgm:t>
    </dgm:pt>
    <dgm:pt modelId="{7EBA1211-9412-4CE4-AFDE-4D0F14F2960D}" type="sibTrans" cxnId="{53D3716A-ABF7-48D7-B2B5-DA22B6197B76}">
      <dgm:prSet/>
      <dgm:spPr/>
      <dgm:t>
        <a:bodyPr/>
        <a:lstStyle/>
        <a:p>
          <a:endParaRPr lang="en-US" sz="1400"/>
        </a:p>
      </dgm:t>
    </dgm:pt>
    <dgm:pt modelId="{494725DB-4384-4441-A161-3B391502366A}">
      <dgm:prSet custT="1"/>
      <dgm:spPr/>
      <dgm:t>
        <a:bodyPr/>
        <a:lstStyle/>
        <a:p>
          <a:r>
            <a:rPr lang="en-US" sz="1600" b="1"/>
            <a:t>return n + m; }</a:t>
          </a:r>
          <a:endParaRPr lang="en-US" sz="1600"/>
        </a:p>
      </dgm:t>
    </dgm:pt>
    <dgm:pt modelId="{EF9B453F-F390-4790-83C3-D7614EE97750}" type="parTrans" cxnId="{5DFC7A74-4248-4B35-B8CA-AB495C6EACFF}">
      <dgm:prSet/>
      <dgm:spPr/>
      <dgm:t>
        <a:bodyPr/>
        <a:lstStyle/>
        <a:p>
          <a:endParaRPr lang="en-US" sz="1400"/>
        </a:p>
      </dgm:t>
    </dgm:pt>
    <dgm:pt modelId="{9F34E520-1578-44E3-973E-657CC1363BD4}" type="sibTrans" cxnId="{5DFC7A74-4248-4B35-B8CA-AB495C6EACFF}">
      <dgm:prSet/>
      <dgm:spPr/>
      <dgm:t>
        <a:bodyPr/>
        <a:lstStyle/>
        <a:p>
          <a:endParaRPr lang="en-US" sz="1400"/>
        </a:p>
      </dgm:t>
    </dgm:pt>
    <dgm:pt modelId="{F4420CC6-BC54-4C8D-92B0-9967039FA582}">
      <dgm:prSet custT="1"/>
      <dgm:spPr/>
      <dgm:t>
        <a:bodyPr/>
        <a:lstStyle/>
        <a:p>
          <a:r>
            <a:rPr lang="en-US" sz="1600" b="1" dirty="0"/>
            <a:t>public double </a:t>
          </a:r>
          <a:r>
            <a:rPr lang="en-US" sz="1600" b="1" dirty="0">
              <a:solidFill>
                <a:srgbClr val="FF0000"/>
              </a:solidFill>
            </a:rPr>
            <a:t>add</a:t>
          </a:r>
          <a:r>
            <a:rPr lang="en-US" sz="1600" b="1" dirty="0"/>
            <a:t>(Number m) {</a:t>
          </a:r>
          <a:endParaRPr lang="en-US" sz="1600" dirty="0"/>
        </a:p>
      </dgm:t>
    </dgm:pt>
    <dgm:pt modelId="{0F0ACC7F-4D57-4E37-B2F9-6C62C5FD7F39}" type="parTrans" cxnId="{905B71DC-970B-4729-BD76-1F403DC5563C}">
      <dgm:prSet/>
      <dgm:spPr/>
      <dgm:t>
        <a:bodyPr/>
        <a:lstStyle/>
        <a:p>
          <a:endParaRPr lang="en-US" sz="1400"/>
        </a:p>
      </dgm:t>
    </dgm:pt>
    <dgm:pt modelId="{2968E6C1-2BFA-442E-AD01-5A116A32A1AF}" type="sibTrans" cxnId="{905B71DC-970B-4729-BD76-1F403DC5563C}">
      <dgm:prSet/>
      <dgm:spPr/>
      <dgm:t>
        <a:bodyPr/>
        <a:lstStyle/>
        <a:p>
          <a:endParaRPr lang="en-US" sz="1400"/>
        </a:p>
      </dgm:t>
    </dgm:pt>
    <dgm:pt modelId="{EAEE2C1C-8E69-4C62-B65F-9C2F9CE9FDEF}">
      <dgm:prSet custT="1"/>
      <dgm:spPr/>
      <dgm:t>
        <a:bodyPr/>
        <a:lstStyle/>
        <a:p>
          <a:r>
            <a:rPr lang="en-US" sz="1600" b="1"/>
            <a:t>return n + m.getNumber(); }</a:t>
          </a:r>
          <a:endParaRPr lang="en-US" sz="1600"/>
        </a:p>
      </dgm:t>
    </dgm:pt>
    <dgm:pt modelId="{C2598361-8AFE-424B-8CE4-BB71E0163903}" type="parTrans" cxnId="{7A28C92C-065B-4F46-94E8-B388DFC641FB}">
      <dgm:prSet/>
      <dgm:spPr/>
      <dgm:t>
        <a:bodyPr/>
        <a:lstStyle/>
        <a:p>
          <a:endParaRPr lang="en-US" sz="1400"/>
        </a:p>
      </dgm:t>
    </dgm:pt>
    <dgm:pt modelId="{DCF73F95-7D76-4126-9E2E-EB57153C31D9}" type="sibTrans" cxnId="{7A28C92C-065B-4F46-94E8-B388DFC641FB}">
      <dgm:prSet/>
      <dgm:spPr/>
      <dgm:t>
        <a:bodyPr/>
        <a:lstStyle/>
        <a:p>
          <a:endParaRPr lang="en-US" sz="1400"/>
        </a:p>
      </dgm:t>
    </dgm:pt>
    <dgm:pt modelId="{0FB41354-6E53-47BF-8C5A-460D9BA7E1F8}">
      <dgm:prSet custT="1"/>
      <dgm:spPr/>
      <dgm:t>
        <a:bodyPr/>
        <a:lstStyle/>
        <a:p>
          <a:r>
            <a:rPr lang="en-US" sz="1600" b="1"/>
            <a:t>}</a:t>
          </a:r>
          <a:endParaRPr lang="en-US" sz="1600"/>
        </a:p>
      </dgm:t>
    </dgm:pt>
    <dgm:pt modelId="{65E7341C-C070-4B59-9DA2-F805960427B9}" type="parTrans" cxnId="{E4732E68-3DB1-4596-B6BF-F98A16B3BB7F}">
      <dgm:prSet/>
      <dgm:spPr/>
      <dgm:t>
        <a:bodyPr/>
        <a:lstStyle/>
        <a:p>
          <a:endParaRPr lang="en-US" sz="1400"/>
        </a:p>
      </dgm:t>
    </dgm:pt>
    <dgm:pt modelId="{8BC002FA-EB74-4EA7-AB7A-F4EC9CF04E11}" type="sibTrans" cxnId="{E4732E68-3DB1-4596-B6BF-F98A16B3BB7F}">
      <dgm:prSet/>
      <dgm:spPr/>
      <dgm:t>
        <a:bodyPr/>
        <a:lstStyle/>
        <a:p>
          <a:endParaRPr lang="en-US" sz="1400"/>
        </a:p>
      </dgm:t>
    </dgm:pt>
    <dgm:pt modelId="{1B1B39D5-6C06-43EC-965C-F2BF2058A9D8}" type="pres">
      <dgm:prSet presAssocID="{9DBB0740-8328-4AAA-9652-204BCCA620C7}" presName="vert0" presStyleCnt="0">
        <dgm:presLayoutVars>
          <dgm:dir/>
          <dgm:animOne val="branch"/>
          <dgm:animLvl val="lvl"/>
        </dgm:presLayoutVars>
      </dgm:prSet>
      <dgm:spPr/>
    </dgm:pt>
    <dgm:pt modelId="{CE7CA699-691A-4234-A6FB-50A7DD78C97D}" type="pres">
      <dgm:prSet presAssocID="{59585471-351F-4B9F-BF94-8304877F9CCC}" presName="thickLine" presStyleLbl="alignNode1" presStyleIdx="0" presStyleCnt="11"/>
      <dgm:spPr/>
    </dgm:pt>
    <dgm:pt modelId="{EC0F4E09-4EE7-4A20-A3CD-49AB5B4AFF8D}" type="pres">
      <dgm:prSet presAssocID="{59585471-351F-4B9F-BF94-8304877F9CCC}" presName="horz1" presStyleCnt="0"/>
      <dgm:spPr/>
    </dgm:pt>
    <dgm:pt modelId="{CC42E072-791A-47A9-AFF6-8C458AD20D4D}" type="pres">
      <dgm:prSet presAssocID="{59585471-351F-4B9F-BF94-8304877F9CCC}" presName="tx1" presStyleLbl="revTx" presStyleIdx="0" presStyleCnt="11"/>
      <dgm:spPr/>
    </dgm:pt>
    <dgm:pt modelId="{A0C30BC5-161B-414B-8427-64CD33F2BA4A}" type="pres">
      <dgm:prSet presAssocID="{59585471-351F-4B9F-BF94-8304877F9CCC}" presName="vert1" presStyleCnt="0"/>
      <dgm:spPr/>
    </dgm:pt>
    <dgm:pt modelId="{703C8089-1109-43E8-A53F-AC4C26C4E8F4}" type="pres">
      <dgm:prSet presAssocID="{6F2916DE-EFB3-40C5-8AAA-C21A118A76DB}" presName="thickLine" presStyleLbl="alignNode1" presStyleIdx="1" presStyleCnt="11"/>
      <dgm:spPr/>
    </dgm:pt>
    <dgm:pt modelId="{006AA14C-D3FD-4711-86E2-2A0794DF6A73}" type="pres">
      <dgm:prSet presAssocID="{6F2916DE-EFB3-40C5-8AAA-C21A118A76DB}" presName="horz1" presStyleCnt="0"/>
      <dgm:spPr/>
    </dgm:pt>
    <dgm:pt modelId="{633538EF-C7FF-48CA-8EF8-4636A9C3F918}" type="pres">
      <dgm:prSet presAssocID="{6F2916DE-EFB3-40C5-8AAA-C21A118A76DB}" presName="tx1" presStyleLbl="revTx" presStyleIdx="1" presStyleCnt="11"/>
      <dgm:spPr/>
    </dgm:pt>
    <dgm:pt modelId="{A047ABEC-7A1D-4896-811A-552120E06552}" type="pres">
      <dgm:prSet presAssocID="{6F2916DE-EFB3-40C5-8AAA-C21A118A76DB}" presName="vert1" presStyleCnt="0"/>
      <dgm:spPr/>
    </dgm:pt>
    <dgm:pt modelId="{C3A168AE-B935-4087-82FD-80122C3694B3}" type="pres">
      <dgm:prSet presAssocID="{0E9520BE-02FE-42FA-876B-8DD8D7E1CC33}" presName="thickLine" presStyleLbl="alignNode1" presStyleIdx="2" presStyleCnt="11"/>
      <dgm:spPr/>
    </dgm:pt>
    <dgm:pt modelId="{89214B57-7AD0-47A1-B1C3-520833EF7BAF}" type="pres">
      <dgm:prSet presAssocID="{0E9520BE-02FE-42FA-876B-8DD8D7E1CC33}" presName="horz1" presStyleCnt="0"/>
      <dgm:spPr/>
    </dgm:pt>
    <dgm:pt modelId="{028F5BC6-F630-42AC-931F-84C3EF636071}" type="pres">
      <dgm:prSet presAssocID="{0E9520BE-02FE-42FA-876B-8DD8D7E1CC33}" presName="tx1" presStyleLbl="revTx" presStyleIdx="2" presStyleCnt="11"/>
      <dgm:spPr/>
    </dgm:pt>
    <dgm:pt modelId="{6A53957B-EC73-4786-8FDE-0B56439955E7}" type="pres">
      <dgm:prSet presAssocID="{0E9520BE-02FE-42FA-876B-8DD8D7E1CC33}" presName="vert1" presStyleCnt="0"/>
      <dgm:spPr/>
    </dgm:pt>
    <dgm:pt modelId="{A9F0C5BB-5D5F-4B43-AFD6-C01F478030E9}" type="pres">
      <dgm:prSet presAssocID="{73EF1878-7901-46EC-9A9E-E799C05390C1}" presName="thickLine" presStyleLbl="alignNode1" presStyleIdx="3" presStyleCnt="11"/>
      <dgm:spPr/>
    </dgm:pt>
    <dgm:pt modelId="{05A230CD-9B1C-4D0F-AE62-14EFD90DEA73}" type="pres">
      <dgm:prSet presAssocID="{73EF1878-7901-46EC-9A9E-E799C05390C1}" presName="horz1" presStyleCnt="0"/>
      <dgm:spPr/>
    </dgm:pt>
    <dgm:pt modelId="{A857C3B5-6987-4E58-B075-4291CA54F2FA}" type="pres">
      <dgm:prSet presAssocID="{73EF1878-7901-46EC-9A9E-E799C05390C1}" presName="tx1" presStyleLbl="revTx" presStyleIdx="3" presStyleCnt="11"/>
      <dgm:spPr/>
    </dgm:pt>
    <dgm:pt modelId="{6BEC266D-C259-49FD-A47A-4006431C74B2}" type="pres">
      <dgm:prSet presAssocID="{73EF1878-7901-46EC-9A9E-E799C05390C1}" presName="vert1" presStyleCnt="0"/>
      <dgm:spPr/>
    </dgm:pt>
    <dgm:pt modelId="{7F0D1531-C7C3-4D3A-BE3D-2564D4A4829B}" type="pres">
      <dgm:prSet presAssocID="{CF4F03AD-0745-4892-B3C0-5C962E63D627}" presName="thickLine" presStyleLbl="alignNode1" presStyleIdx="4" presStyleCnt="11"/>
      <dgm:spPr/>
    </dgm:pt>
    <dgm:pt modelId="{A334108E-A209-447B-9D38-9A7FBEC6CAEB}" type="pres">
      <dgm:prSet presAssocID="{CF4F03AD-0745-4892-B3C0-5C962E63D627}" presName="horz1" presStyleCnt="0"/>
      <dgm:spPr/>
    </dgm:pt>
    <dgm:pt modelId="{090C75EE-1A70-48A8-BB03-11330B55061D}" type="pres">
      <dgm:prSet presAssocID="{CF4F03AD-0745-4892-B3C0-5C962E63D627}" presName="tx1" presStyleLbl="revTx" presStyleIdx="4" presStyleCnt="11"/>
      <dgm:spPr/>
    </dgm:pt>
    <dgm:pt modelId="{92A70EF6-3C64-43CE-B859-AE4D8DF93A40}" type="pres">
      <dgm:prSet presAssocID="{CF4F03AD-0745-4892-B3C0-5C962E63D627}" presName="vert1" presStyleCnt="0"/>
      <dgm:spPr/>
    </dgm:pt>
    <dgm:pt modelId="{A07688F8-D4E8-4739-8471-D56C96BBEB27}" type="pres">
      <dgm:prSet presAssocID="{4CF9CA4E-DCD9-407A-87B1-AE8C896CBE9A}" presName="thickLine" presStyleLbl="alignNode1" presStyleIdx="5" presStyleCnt="11"/>
      <dgm:spPr/>
    </dgm:pt>
    <dgm:pt modelId="{D0054FAA-6786-4589-9EF3-F4CD30461200}" type="pres">
      <dgm:prSet presAssocID="{4CF9CA4E-DCD9-407A-87B1-AE8C896CBE9A}" presName="horz1" presStyleCnt="0"/>
      <dgm:spPr/>
    </dgm:pt>
    <dgm:pt modelId="{4A4F2805-D300-45C4-8D9B-E860C25D08BB}" type="pres">
      <dgm:prSet presAssocID="{4CF9CA4E-DCD9-407A-87B1-AE8C896CBE9A}" presName="tx1" presStyleLbl="revTx" presStyleIdx="5" presStyleCnt="11"/>
      <dgm:spPr/>
    </dgm:pt>
    <dgm:pt modelId="{E909F2B6-ABF8-4CDF-AE0D-364C268960EE}" type="pres">
      <dgm:prSet presAssocID="{4CF9CA4E-DCD9-407A-87B1-AE8C896CBE9A}" presName="vert1" presStyleCnt="0"/>
      <dgm:spPr/>
    </dgm:pt>
    <dgm:pt modelId="{BCC543FC-2C3F-475A-8D89-E8B539D3114E}" type="pres">
      <dgm:prSet presAssocID="{49D61008-5672-4668-9F69-1934DC77DF0F}" presName="thickLine" presStyleLbl="alignNode1" presStyleIdx="6" presStyleCnt="11"/>
      <dgm:spPr/>
    </dgm:pt>
    <dgm:pt modelId="{53BFBE87-0F2D-4827-AFCF-2995193BE347}" type="pres">
      <dgm:prSet presAssocID="{49D61008-5672-4668-9F69-1934DC77DF0F}" presName="horz1" presStyleCnt="0"/>
      <dgm:spPr/>
    </dgm:pt>
    <dgm:pt modelId="{34E5B6B0-67D8-4F52-8FA7-C4DD02465BB1}" type="pres">
      <dgm:prSet presAssocID="{49D61008-5672-4668-9F69-1934DC77DF0F}" presName="tx1" presStyleLbl="revTx" presStyleIdx="6" presStyleCnt="11"/>
      <dgm:spPr/>
    </dgm:pt>
    <dgm:pt modelId="{21DB1461-40B0-4A7F-9D9D-46B5E0701880}" type="pres">
      <dgm:prSet presAssocID="{49D61008-5672-4668-9F69-1934DC77DF0F}" presName="vert1" presStyleCnt="0"/>
      <dgm:spPr/>
    </dgm:pt>
    <dgm:pt modelId="{A6332BC7-3AE7-4690-A77B-7A3BAEE9A982}" type="pres">
      <dgm:prSet presAssocID="{494725DB-4384-4441-A161-3B391502366A}" presName="thickLine" presStyleLbl="alignNode1" presStyleIdx="7" presStyleCnt="11"/>
      <dgm:spPr/>
    </dgm:pt>
    <dgm:pt modelId="{D3ACE48C-A04A-4FD9-ABD8-2297BBBE3F0F}" type="pres">
      <dgm:prSet presAssocID="{494725DB-4384-4441-A161-3B391502366A}" presName="horz1" presStyleCnt="0"/>
      <dgm:spPr/>
    </dgm:pt>
    <dgm:pt modelId="{88CF2E03-B759-4A4F-8F67-C962F45FDA06}" type="pres">
      <dgm:prSet presAssocID="{494725DB-4384-4441-A161-3B391502366A}" presName="tx1" presStyleLbl="revTx" presStyleIdx="7" presStyleCnt="11"/>
      <dgm:spPr/>
    </dgm:pt>
    <dgm:pt modelId="{2A388A3B-072E-4C3A-A8DE-28ACD1A27B94}" type="pres">
      <dgm:prSet presAssocID="{494725DB-4384-4441-A161-3B391502366A}" presName="vert1" presStyleCnt="0"/>
      <dgm:spPr/>
    </dgm:pt>
    <dgm:pt modelId="{30C94689-9474-4ED4-9666-27CDF15C755F}" type="pres">
      <dgm:prSet presAssocID="{F4420CC6-BC54-4C8D-92B0-9967039FA582}" presName="thickLine" presStyleLbl="alignNode1" presStyleIdx="8" presStyleCnt="11"/>
      <dgm:spPr/>
    </dgm:pt>
    <dgm:pt modelId="{8B2969B5-18E5-4C9C-AF82-51C63FF9995F}" type="pres">
      <dgm:prSet presAssocID="{F4420CC6-BC54-4C8D-92B0-9967039FA582}" presName="horz1" presStyleCnt="0"/>
      <dgm:spPr/>
    </dgm:pt>
    <dgm:pt modelId="{25A82164-83CE-484F-B52C-1AD8D151EDFF}" type="pres">
      <dgm:prSet presAssocID="{F4420CC6-BC54-4C8D-92B0-9967039FA582}" presName="tx1" presStyleLbl="revTx" presStyleIdx="8" presStyleCnt="11"/>
      <dgm:spPr/>
    </dgm:pt>
    <dgm:pt modelId="{EDD01A98-07FC-449C-8507-102F98153986}" type="pres">
      <dgm:prSet presAssocID="{F4420CC6-BC54-4C8D-92B0-9967039FA582}" presName="vert1" presStyleCnt="0"/>
      <dgm:spPr/>
    </dgm:pt>
    <dgm:pt modelId="{C35B044B-6840-4ED1-82B0-85C8F985F996}" type="pres">
      <dgm:prSet presAssocID="{EAEE2C1C-8E69-4C62-B65F-9C2F9CE9FDEF}" presName="thickLine" presStyleLbl="alignNode1" presStyleIdx="9" presStyleCnt="11"/>
      <dgm:spPr/>
    </dgm:pt>
    <dgm:pt modelId="{93D7F718-08D6-40DC-ABF5-85D35EC78498}" type="pres">
      <dgm:prSet presAssocID="{EAEE2C1C-8E69-4C62-B65F-9C2F9CE9FDEF}" presName="horz1" presStyleCnt="0"/>
      <dgm:spPr/>
    </dgm:pt>
    <dgm:pt modelId="{C044A42F-065E-4407-93EA-8EFDC70832F1}" type="pres">
      <dgm:prSet presAssocID="{EAEE2C1C-8E69-4C62-B65F-9C2F9CE9FDEF}" presName="tx1" presStyleLbl="revTx" presStyleIdx="9" presStyleCnt="11"/>
      <dgm:spPr/>
    </dgm:pt>
    <dgm:pt modelId="{B377696B-32DE-470C-90DC-587EDB67DD3A}" type="pres">
      <dgm:prSet presAssocID="{EAEE2C1C-8E69-4C62-B65F-9C2F9CE9FDEF}" presName="vert1" presStyleCnt="0"/>
      <dgm:spPr/>
    </dgm:pt>
    <dgm:pt modelId="{AC2C3855-F2DC-4299-B138-F68F69E90CA1}" type="pres">
      <dgm:prSet presAssocID="{0FB41354-6E53-47BF-8C5A-460D9BA7E1F8}" presName="thickLine" presStyleLbl="alignNode1" presStyleIdx="10" presStyleCnt="11"/>
      <dgm:spPr/>
    </dgm:pt>
    <dgm:pt modelId="{7FDB0F47-CB7A-4281-8205-01E02BC84AA2}" type="pres">
      <dgm:prSet presAssocID="{0FB41354-6E53-47BF-8C5A-460D9BA7E1F8}" presName="horz1" presStyleCnt="0"/>
      <dgm:spPr/>
    </dgm:pt>
    <dgm:pt modelId="{D7EBA94C-DBFD-44CC-A108-C885B66A6348}" type="pres">
      <dgm:prSet presAssocID="{0FB41354-6E53-47BF-8C5A-460D9BA7E1F8}" presName="tx1" presStyleLbl="revTx" presStyleIdx="10" presStyleCnt="11"/>
      <dgm:spPr/>
    </dgm:pt>
    <dgm:pt modelId="{261872EC-DC72-419C-8932-4FCC7F92CB63}" type="pres">
      <dgm:prSet presAssocID="{0FB41354-6E53-47BF-8C5A-460D9BA7E1F8}" presName="vert1" presStyleCnt="0"/>
      <dgm:spPr/>
    </dgm:pt>
  </dgm:ptLst>
  <dgm:cxnLst>
    <dgm:cxn modelId="{CBAE1A09-15D0-4AD0-B100-AFD3902F8302}" type="presOf" srcId="{59585471-351F-4B9F-BF94-8304877F9CCC}" destId="{CC42E072-791A-47A9-AFF6-8C458AD20D4D}" srcOrd="0" destOrd="0" presId="urn:microsoft.com/office/officeart/2008/layout/LinedList"/>
    <dgm:cxn modelId="{7CE7B409-7205-4146-991F-C58AAF01D99A}" type="presOf" srcId="{4CF9CA4E-DCD9-407A-87B1-AE8C896CBE9A}" destId="{4A4F2805-D300-45C4-8D9B-E860C25D08BB}" srcOrd="0" destOrd="0" presId="urn:microsoft.com/office/officeart/2008/layout/LinedList"/>
    <dgm:cxn modelId="{FA4BD90D-41AE-45E0-9060-2B6508410FFD}" type="presOf" srcId="{EAEE2C1C-8E69-4C62-B65F-9C2F9CE9FDEF}" destId="{C044A42F-065E-4407-93EA-8EFDC70832F1}" srcOrd="0" destOrd="0" presId="urn:microsoft.com/office/officeart/2008/layout/LinedList"/>
    <dgm:cxn modelId="{7A28C92C-065B-4F46-94E8-B388DFC641FB}" srcId="{9DBB0740-8328-4AAA-9652-204BCCA620C7}" destId="{EAEE2C1C-8E69-4C62-B65F-9C2F9CE9FDEF}" srcOrd="9" destOrd="0" parTransId="{C2598361-8AFE-424B-8CE4-BB71E0163903}" sibTransId="{DCF73F95-7D76-4126-9E2E-EB57153C31D9}"/>
    <dgm:cxn modelId="{B15C1141-5C35-4DD8-94BE-029A0B866BE3}" srcId="{9DBB0740-8328-4AAA-9652-204BCCA620C7}" destId="{73EF1878-7901-46EC-9A9E-E799C05390C1}" srcOrd="3" destOrd="0" parTransId="{E439C6D2-11E6-4306-9092-E853110C846A}" sibTransId="{23B11196-4545-41C3-8B50-966589C05EEF}"/>
    <dgm:cxn modelId="{02549A62-81E1-4020-84FA-0803263B02D2}" srcId="{9DBB0740-8328-4AAA-9652-204BCCA620C7}" destId="{CF4F03AD-0745-4892-B3C0-5C962E63D627}" srcOrd="4" destOrd="0" parTransId="{14FAF37E-12D1-4A39-8D23-AD6D03497E6D}" sibTransId="{0A38B0F2-212E-409E-9757-043F4DFC7B38}"/>
    <dgm:cxn modelId="{2B162B64-A0D8-4DC8-B9B1-BF263EE23521}" type="presOf" srcId="{73EF1878-7901-46EC-9A9E-E799C05390C1}" destId="{A857C3B5-6987-4E58-B075-4291CA54F2FA}" srcOrd="0" destOrd="0" presId="urn:microsoft.com/office/officeart/2008/layout/LinedList"/>
    <dgm:cxn modelId="{CA5AA045-3AC1-4802-864B-710AC2317AD6}" srcId="{9DBB0740-8328-4AAA-9652-204BCCA620C7}" destId="{6F2916DE-EFB3-40C5-8AAA-C21A118A76DB}" srcOrd="1" destOrd="0" parTransId="{EBEF5512-1789-4A12-941A-709575358BE3}" sibTransId="{D7B902E2-EDAD-4843-96A1-9AA33829D977}"/>
    <dgm:cxn modelId="{E4732E68-3DB1-4596-B6BF-F98A16B3BB7F}" srcId="{9DBB0740-8328-4AAA-9652-204BCCA620C7}" destId="{0FB41354-6E53-47BF-8C5A-460D9BA7E1F8}" srcOrd="10" destOrd="0" parTransId="{65E7341C-C070-4B59-9DA2-F805960427B9}" sibTransId="{8BC002FA-EB74-4EA7-AB7A-F4EC9CF04E11}"/>
    <dgm:cxn modelId="{53D3716A-ABF7-48D7-B2B5-DA22B6197B76}" srcId="{9DBB0740-8328-4AAA-9652-204BCCA620C7}" destId="{49D61008-5672-4668-9F69-1934DC77DF0F}" srcOrd="6" destOrd="0" parTransId="{BDCA0384-0E8E-4855-A925-055FA10E7869}" sibTransId="{7EBA1211-9412-4CE4-AFDE-4D0F14F2960D}"/>
    <dgm:cxn modelId="{9AF9DA6C-F801-4857-BF8E-E766D229048C}" type="presOf" srcId="{49D61008-5672-4668-9F69-1934DC77DF0F}" destId="{34E5B6B0-67D8-4F52-8FA7-C4DD02465BB1}" srcOrd="0" destOrd="0" presId="urn:microsoft.com/office/officeart/2008/layout/LinedList"/>
    <dgm:cxn modelId="{F1640D73-D859-4BCC-B99C-6ABE96402D2D}" type="presOf" srcId="{6F2916DE-EFB3-40C5-8AAA-C21A118A76DB}" destId="{633538EF-C7FF-48CA-8EF8-4636A9C3F918}" srcOrd="0" destOrd="0" presId="urn:microsoft.com/office/officeart/2008/layout/LinedList"/>
    <dgm:cxn modelId="{5DFC7A74-4248-4B35-B8CA-AB495C6EACFF}" srcId="{9DBB0740-8328-4AAA-9652-204BCCA620C7}" destId="{494725DB-4384-4441-A161-3B391502366A}" srcOrd="7" destOrd="0" parTransId="{EF9B453F-F390-4790-83C3-D7614EE97750}" sibTransId="{9F34E520-1578-44E3-973E-657CC1363BD4}"/>
    <dgm:cxn modelId="{04C97C55-5BF1-4E0E-851A-D8A5971027B9}" type="presOf" srcId="{0FB41354-6E53-47BF-8C5A-460D9BA7E1F8}" destId="{D7EBA94C-DBFD-44CC-A108-C885B66A6348}" srcOrd="0" destOrd="0" presId="urn:microsoft.com/office/officeart/2008/layout/LinedList"/>
    <dgm:cxn modelId="{04A27180-2801-46A2-9286-F9C22126F0A4}" srcId="{9DBB0740-8328-4AAA-9652-204BCCA620C7}" destId="{4CF9CA4E-DCD9-407A-87B1-AE8C896CBE9A}" srcOrd="5" destOrd="0" parTransId="{2478D583-4439-4456-ACF8-81EFAC283ADC}" sibTransId="{2BD392CF-3456-47CD-B5C6-72D22E51EAD6}"/>
    <dgm:cxn modelId="{DFA9B487-100D-430B-A663-067959BEB856}" type="presOf" srcId="{0E9520BE-02FE-42FA-876B-8DD8D7E1CC33}" destId="{028F5BC6-F630-42AC-931F-84C3EF636071}" srcOrd="0" destOrd="0" presId="urn:microsoft.com/office/officeart/2008/layout/LinedList"/>
    <dgm:cxn modelId="{BB70369E-735E-4617-9041-A10874B9E2FC}" type="presOf" srcId="{CF4F03AD-0745-4892-B3C0-5C962E63D627}" destId="{090C75EE-1A70-48A8-BB03-11330B55061D}" srcOrd="0" destOrd="0" presId="urn:microsoft.com/office/officeart/2008/layout/LinedList"/>
    <dgm:cxn modelId="{BBFEA5A1-DB7B-4E83-9E49-84EF2A487CA5}" srcId="{9DBB0740-8328-4AAA-9652-204BCCA620C7}" destId="{0E9520BE-02FE-42FA-876B-8DD8D7E1CC33}" srcOrd="2" destOrd="0" parTransId="{4163C696-0ADB-4E53-87DF-E7A82B609109}" sibTransId="{C02D5B1E-C620-4A51-82C2-3897F8D61E2F}"/>
    <dgm:cxn modelId="{DFA332B8-E23C-4A46-BC65-720FC6951AA1}" type="presOf" srcId="{F4420CC6-BC54-4C8D-92B0-9967039FA582}" destId="{25A82164-83CE-484F-B52C-1AD8D151EDFF}" srcOrd="0" destOrd="0" presId="urn:microsoft.com/office/officeart/2008/layout/LinedList"/>
    <dgm:cxn modelId="{03488DBB-E2C9-47A0-8CB1-B1BFFAA4C7EE}" type="presOf" srcId="{494725DB-4384-4441-A161-3B391502366A}" destId="{88CF2E03-B759-4A4F-8F67-C962F45FDA06}" srcOrd="0" destOrd="0" presId="urn:microsoft.com/office/officeart/2008/layout/LinedList"/>
    <dgm:cxn modelId="{4E6B45BD-3752-4A2E-91D6-05827061B401}" srcId="{9DBB0740-8328-4AAA-9652-204BCCA620C7}" destId="{59585471-351F-4B9F-BF94-8304877F9CCC}" srcOrd="0" destOrd="0" parTransId="{F020FDF7-2AEB-4375-A7AE-D379B96B215F}" sibTransId="{B7D1BC1B-09CF-4172-BA94-9FC0D7CC7AD1}"/>
    <dgm:cxn modelId="{2F9DA5CB-8876-4A52-9D42-88B4B7301089}" type="presOf" srcId="{9DBB0740-8328-4AAA-9652-204BCCA620C7}" destId="{1B1B39D5-6C06-43EC-965C-F2BF2058A9D8}" srcOrd="0" destOrd="0" presId="urn:microsoft.com/office/officeart/2008/layout/LinedList"/>
    <dgm:cxn modelId="{905B71DC-970B-4729-BD76-1F403DC5563C}" srcId="{9DBB0740-8328-4AAA-9652-204BCCA620C7}" destId="{F4420CC6-BC54-4C8D-92B0-9967039FA582}" srcOrd="8" destOrd="0" parTransId="{0F0ACC7F-4D57-4E37-B2F9-6C62C5FD7F39}" sibTransId="{2968E6C1-2BFA-442E-AD01-5A116A32A1AF}"/>
    <dgm:cxn modelId="{B95AC0BC-6438-4FAF-A2AF-80DC75648122}" type="presParOf" srcId="{1B1B39D5-6C06-43EC-965C-F2BF2058A9D8}" destId="{CE7CA699-691A-4234-A6FB-50A7DD78C97D}" srcOrd="0" destOrd="0" presId="urn:microsoft.com/office/officeart/2008/layout/LinedList"/>
    <dgm:cxn modelId="{6CDDD5C6-A4D0-4796-93DD-0F713BE78C71}" type="presParOf" srcId="{1B1B39D5-6C06-43EC-965C-F2BF2058A9D8}" destId="{EC0F4E09-4EE7-4A20-A3CD-49AB5B4AFF8D}" srcOrd="1" destOrd="0" presId="urn:microsoft.com/office/officeart/2008/layout/LinedList"/>
    <dgm:cxn modelId="{C812FD5B-D7AC-48BA-9DDD-6BD3FDCF9EF7}" type="presParOf" srcId="{EC0F4E09-4EE7-4A20-A3CD-49AB5B4AFF8D}" destId="{CC42E072-791A-47A9-AFF6-8C458AD20D4D}" srcOrd="0" destOrd="0" presId="urn:microsoft.com/office/officeart/2008/layout/LinedList"/>
    <dgm:cxn modelId="{91C07F18-9319-468E-A517-8CAA39F5545B}" type="presParOf" srcId="{EC0F4E09-4EE7-4A20-A3CD-49AB5B4AFF8D}" destId="{A0C30BC5-161B-414B-8427-64CD33F2BA4A}" srcOrd="1" destOrd="0" presId="urn:microsoft.com/office/officeart/2008/layout/LinedList"/>
    <dgm:cxn modelId="{93A41825-B51F-4648-8380-BABC6D40EF3B}" type="presParOf" srcId="{1B1B39D5-6C06-43EC-965C-F2BF2058A9D8}" destId="{703C8089-1109-43E8-A53F-AC4C26C4E8F4}" srcOrd="2" destOrd="0" presId="urn:microsoft.com/office/officeart/2008/layout/LinedList"/>
    <dgm:cxn modelId="{308420D8-8352-4DBF-9A5C-AF084FCA7CFD}" type="presParOf" srcId="{1B1B39D5-6C06-43EC-965C-F2BF2058A9D8}" destId="{006AA14C-D3FD-4711-86E2-2A0794DF6A73}" srcOrd="3" destOrd="0" presId="urn:microsoft.com/office/officeart/2008/layout/LinedList"/>
    <dgm:cxn modelId="{7F4D0C4F-8381-4889-A597-B8C3F6109146}" type="presParOf" srcId="{006AA14C-D3FD-4711-86E2-2A0794DF6A73}" destId="{633538EF-C7FF-48CA-8EF8-4636A9C3F918}" srcOrd="0" destOrd="0" presId="urn:microsoft.com/office/officeart/2008/layout/LinedList"/>
    <dgm:cxn modelId="{5AFC4A91-F1E7-427F-8F88-439B975FE6EB}" type="presParOf" srcId="{006AA14C-D3FD-4711-86E2-2A0794DF6A73}" destId="{A047ABEC-7A1D-4896-811A-552120E06552}" srcOrd="1" destOrd="0" presId="urn:microsoft.com/office/officeart/2008/layout/LinedList"/>
    <dgm:cxn modelId="{A0D6A916-9B64-4604-B775-07536B925D1C}" type="presParOf" srcId="{1B1B39D5-6C06-43EC-965C-F2BF2058A9D8}" destId="{C3A168AE-B935-4087-82FD-80122C3694B3}" srcOrd="4" destOrd="0" presId="urn:microsoft.com/office/officeart/2008/layout/LinedList"/>
    <dgm:cxn modelId="{C50DC188-E235-447D-9DCC-F30B351A6C0B}" type="presParOf" srcId="{1B1B39D5-6C06-43EC-965C-F2BF2058A9D8}" destId="{89214B57-7AD0-47A1-B1C3-520833EF7BAF}" srcOrd="5" destOrd="0" presId="urn:microsoft.com/office/officeart/2008/layout/LinedList"/>
    <dgm:cxn modelId="{5CBF2BB3-F36C-4150-AEB6-53497AF8EC1E}" type="presParOf" srcId="{89214B57-7AD0-47A1-B1C3-520833EF7BAF}" destId="{028F5BC6-F630-42AC-931F-84C3EF636071}" srcOrd="0" destOrd="0" presId="urn:microsoft.com/office/officeart/2008/layout/LinedList"/>
    <dgm:cxn modelId="{CA15A4AA-5DA8-49A6-A64E-E87515E1783B}" type="presParOf" srcId="{89214B57-7AD0-47A1-B1C3-520833EF7BAF}" destId="{6A53957B-EC73-4786-8FDE-0B56439955E7}" srcOrd="1" destOrd="0" presId="urn:microsoft.com/office/officeart/2008/layout/LinedList"/>
    <dgm:cxn modelId="{263CF522-060A-41D4-9AAC-575852934271}" type="presParOf" srcId="{1B1B39D5-6C06-43EC-965C-F2BF2058A9D8}" destId="{A9F0C5BB-5D5F-4B43-AFD6-C01F478030E9}" srcOrd="6" destOrd="0" presId="urn:microsoft.com/office/officeart/2008/layout/LinedList"/>
    <dgm:cxn modelId="{3AD6B32A-3C57-47AC-815E-8C256A6F796C}" type="presParOf" srcId="{1B1B39D5-6C06-43EC-965C-F2BF2058A9D8}" destId="{05A230CD-9B1C-4D0F-AE62-14EFD90DEA73}" srcOrd="7" destOrd="0" presId="urn:microsoft.com/office/officeart/2008/layout/LinedList"/>
    <dgm:cxn modelId="{866D24A6-169D-48B0-A639-BE463EE19506}" type="presParOf" srcId="{05A230CD-9B1C-4D0F-AE62-14EFD90DEA73}" destId="{A857C3B5-6987-4E58-B075-4291CA54F2FA}" srcOrd="0" destOrd="0" presId="urn:microsoft.com/office/officeart/2008/layout/LinedList"/>
    <dgm:cxn modelId="{B8F0D947-29A2-42E9-9C08-67326EFB4689}" type="presParOf" srcId="{05A230CD-9B1C-4D0F-AE62-14EFD90DEA73}" destId="{6BEC266D-C259-49FD-A47A-4006431C74B2}" srcOrd="1" destOrd="0" presId="urn:microsoft.com/office/officeart/2008/layout/LinedList"/>
    <dgm:cxn modelId="{5519159A-5BDE-4AF9-8315-2A067325BB12}" type="presParOf" srcId="{1B1B39D5-6C06-43EC-965C-F2BF2058A9D8}" destId="{7F0D1531-C7C3-4D3A-BE3D-2564D4A4829B}" srcOrd="8" destOrd="0" presId="urn:microsoft.com/office/officeart/2008/layout/LinedList"/>
    <dgm:cxn modelId="{70250FEF-7535-4291-A38B-3C0A0DB47A62}" type="presParOf" srcId="{1B1B39D5-6C06-43EC-965C-F2BF2058A9D8}" destId="{A334108E-A209-447B-9D38-9A7FBEC6CAEB}" srcOrd="9" destOrd="0" presId="urn:microsoft.com/office/officeart/2008/layout/LinedList"/>
    <dgm:cxn modelId="{E06F9BE3-1690-4896-BC40-C8B7819ACAAE}" type="presParOf" srcId="{A334108E-A209-447B-9D38-9A7FBEC6CAEB}" destId="{090C75EE-1A70-48A8-BB03-11330B55061D}" srcOrd="0" destOrd="0" presId="urn:microsoft.com/office/officeart/2008/layout/LinedList"/>
    <dgm:cxn modelId="{9CC97286-08C2-4DA4-BE31-A7285FD73433}" type="presParOf" srcId="{A334108E-A209-447B-9D38-9A7FBEC6CAEB}" destId="{92A70EF6-3C64-43CE-B859-AE4D8DF93A40}" srcOrd="1" destOrd="0" presId="urn:microsoft.com/office/officeart/2008/layout/LinedList"/>
    <dgm:cxn modelId="{9A4372CF-7008-40BC-8E98-46D98D4F030F}" type="presParOf" srcId="{1B1B39D5-6C06-43EC-965C-F2BF2058A9D8}" destId="{A07688F8-D4E8-4739-8471-D56C96BBEB27}" srcOrd="10" destOrd="0" presId="urn:microsoft.com/office/officeart/2008/layout/LinedList"/>
    <dgm:cxn modelId="{5C3A3C17-7DCC-41A8-91DA-39D5E70618D0}" type="presParOf" srcId="{1B1B39D5-6C06-43EC-965C-F2BF2058A9D8}" destId="{D0054FAA-6786-4589-9EF3-F4CD30461200}" srcOrd="11" destOrd="0" presId="urn:microsoft.com/office/officeart/2008/layout/LinedList"/>
    <dgm:cxn modelId="{A4482467-7038-43C3-BF0B-554337BC70BF}" type="presParOf" srcId="{D0054FAA-6786-4589-9EF3-F4CD30461200}" destId="{4A4F2805-D300-45C4-8D9B-E860C25D08BB}" srcOrd="0" destOrd="0" presId="urn:microsoft.com/office/officeart/2008/layout/LinedList"/>
    <dgm:cxn modelId="{2AFE897F-26CB-4778-AC35-56A28ECCD729}" type="presParOf" srcId="{D0054FAA-6786-4589-9EF3-F4CD30461200}" destId="{E909F2B6-ABF8-4CDF-AE0D-364C268960EE}" srcOrd="1" destOrd="0" presId="urn:microsoft.com/office/officeart/2008/layout/LinedList"/>
    <dgm:cxn modelId="{34AEA701-76B5-429C-9154-B6492272CBB8}" type="presParOf" srcId="{1B1B39D5-6C06-43EC-965C-F2BF2058A9D8}" destId="{BCC543FC-2C3F-475A-8D89-E8B539D3114E}" srcOrd="12" destOrd="0" presId="urn:microsoft.com/office/officeart/2008/layout/LinedList"/>
    <dgm:cxn modelId="{6BB85C25-0D65-452F-87E3-C8E4AFBE4C49}" type="presParOf" srcId="{1B1B39D5-6C06-43EC-965C-F2BF2058A9D8}" destId="{53BFBE87-0F2D-4827-AFCF-2995193BE347}" srcOrd="13" destOrd="0" presId="urn:microsoft.com/office/officeart/2008/layout/LinedList"/>
    <dgm:cxn modelId="{18CC5960-D264-4C0F-AA2A-46594A6A5311}" type="presParOf" srcId="{53BFBE87-0F2D-4827-AFCF-2995193BE347}" destId="{34E5B6B0-67D8-4F52-8FA7-C4DD02465BB1}" srcOrd="0" destOrd="0" presId="urn:microsoft.com/office/officeart/2008/layout/LinedList"/>
    <dgm:cxn modelId="{413F3B3D-F9E0-4A62-AEEF-6C1790A82BB7}" type="presParOf" srcId="{53BFBE87-0F2D-4827-AFCF-2995193BE347}" destId="{21DB1461-40B0-4A7F-9D9D-46B5E0701880}" srcOrd="1" destOrd="0" presId="urn:microsoft.com/office/officeart/2008/layout/LinedList"/>
    <dgm:cxn modelId="{6A3C8138-1471-4905-BED8-B2ACB01B2B12}" type="presParOf" srcId="{1B1B39D5-6C06-43EC-965C-F2BF2058A9D8}" destId="{A6332BC7-3AE7-4690-A77B-7A3BAEE9A982}" srcOrd="14" destOrd="0" presId="urn:microsoft.com/office/officeart/2008/layout/LinedList"/>
    <dgm:cxn modelId="{94FC9873-AF90-41E7-AA79-EA65D4A6A8FF}" type="presParOf" srcId="{1B1B39D5-6C06-43EC-965C-F2BF2058A9D8}" destId="{D3ACE48C-A04A-4FD9-ABD8-2297BBBE3F0F}" srcOrd="15" destOrd="0" presId="urn:microsoft.com/office/officeart/2008/layout/LinedList"/>
    <dgm:cxn modelId="{A544452B-7808-49F3-B9FC-BC4276B1FEE5}" type="presParOf" srcId="{D3ACE48C-A04A-4FD9-ABD8-2297BBBE3F0F}" destId="{88CF2E03-B759-4A4F-8F67-C962F45FDA06}" srcOrd="0" destOrd="0" presId="urn:microsoft.com/office/officeart/2008/layout/LinedList"/>
    <dgm:cxn modelId="{9CD5B858-05DD-4D65-B663-C6C748E5CD12}" type="presParOf" srcId="{D3ACE48C-A04A-4FD9-ABD8-2297BBBE3F0F}" destId="{2A388A3B-072E-4C3A-A8DE-28ACD1A27B94}" srcOrd="1" destOrd="0" presId="urn:microsoft.com/office/officeart/2008/layout/LinedList"/>
    <dgm:cxn modelId="{0E289B15-2228-4AAA-A9C9-6D05F4AF76D7}" type="presParOf" srcId="{1B1B39D5-6C06-43EC-965C-F2BF2058A9D8}" destId="{30C94689-9474-4ED4-9666-27CDF15C755F}" srcOrd="16" destOrd="0" presId="urn:microsoft.com/office/officeart/2008/layout/LinedList"/>
    <dgm:cxn modelId="{C4E25162-3415-458B-BDCD-80F60D9C00EB}" type="presParOf" srcId="{1B1B39D5-6C06-43EC-965C-F2BF2058A9D8}" destId="{8B2969B5-18E5-4C9C-AF82-51C63FF9995F}" srcOrd="17" destOrd="0" presId="urn:microsoft.com/office/officeart/2008/layout/LinedList"/>
    <dgm:cxn modelId="{AB76535F-EE89-47DB-B4E8-A57305E2C5E5}" type="presParOf" srcId="{8B2969B5-18E5-4C9C-AF82-51C63FF9995F}" destId="{25A82164-83CE-484F-B52C-1AD8D151EDFF}" srcOrd="0" destOrd="0" presId="urn:microsoft.com/office/officeart/2008/layout/LinedList"/>
    <dgm:cxn modelId="{03E4EA8B-D250-4B07-86D0-35526ADDD655}" type="presParOf" srcId="{8B2969B5-18E5-4C9C-AF82-51C63FF9995F}" destId="{EDD01A98-07FC-449C-8507-102F98153986}" srcOrd="1" destOrd="0" presId="urn:microsoft.com/office/officeart/2008/layout/LinedList"/>
    <dgm:cxn modelId="{96C0F814-37B6-4A3E-B91E-860807B68E8D}" type="presParOf" srcId="{1B1B39D5-6C06-43EC-965C-F2BF2058A9D8}" destId="{C35B044B-6840-4ED1-82B0-85C8F985F996}" srcOrd="18" destOrd="0" presId="urn:microsoft.com/office/officeart/2008/layout/LinedList"/>
    <dgm:cxn modelId="{EB267CC7-8F67-4DB2-8CF3-E15995E97F9C}" type="presParOf" srcId="{1B1B39D5-6C06-43EC-965C-F2BF2058A9D8}" destId="{93D7F718-08D6-40DC-ABF5-85D35EC78498}" srcOrd="19" destOrd="0" presId="urn:microsoft.com/office/officeart/2008/layout/LinedList"/>
    <dgm:cxn modelId="{C0A18488-E363-4C10-88E8-C3108C6564F1}" type="presParOf" srcId="{93D7F718-08D6-40DC-ABF5-85D35EC78498}" destId="{C044A42F-065E-4407-93EA-8EFDC70832F1}" srcOrd="0" destOrd="0" presId="urn:microsoft.com/office/officeart/2008/layout/LinedList"/>
    <dgm:cxn modelId="{479E7A3F-091E-4B5D-A72C-92CD945E6595}" type="presParOf" srcId="{93D7F718-08D6-40DC-ABF5-85D35EC78498}" destId="{B377696B-32DE-470C-90DC-587EDB67DD3A}" srcOrd="1" destOrd="0" presId="urn:microsoft.com/office/officeart/2008/layout/LinedList"/>
    <dgm:cxn modelId="{DB3B17D0-1E35-4A8A-997C-F682698FF8FF}" type="presParOf" srcId="{1B1B39D5-6C06-43EC-965C-F2BF2058A9D8}" destId="{AC2C3855-F2DC-4299-B138-F68F69E90CA1}" srcOrd="20" destOrd="0" presId="urn:microsoft.com/office/officeart/2008/layout/LinedList"/>
    <dgm:cxn modelId="{0BC41ED4-7822-4390-8BB5-8D70BCA7FD91}" type="presParOf" srcId="{1B1B39D5-6C06-43EC-965C-F2BF2058A9D8}" destId="{7FDB0F47-CB7A-4281-8205-01E02BC84AA2}" srcOrd="21" destOrd="0" presId="urn:microsoft.com/office/officeart/2008/layout/LinedList"/>
    <dgm:cxn modelId="{68AAF219-7DCD-4031-A8FC-A54F03D17B77}" type="presParOf" srcId="{7FDB0F47-CB7A-4281-8205-01E02BC84AA2}" destId="{D7EBA94C-DBFD-44CC-A108-C885B66A6348}" srcOrd="0" destOrd="0" presId="urn:microsoft.com/office/officeart/2008/layout/LinedList"/>
    <dgm:cxn modelId="{DC01C7D3-EB13-49DE-B94A-21EABE9C7602}" type="presParOf" srcId="{7FDB0F47-CB7A-4281-8205-01E02BC84AA2}" destId="{261872EC-DC72-419C-8932-4FCC7F92CB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C59E5-20BB-4A3B-AA4F-702C0CB4BBFE}">
      <dsp:nvSpPr>
        <dsp:cNvPr id="0" name=""/>
        <dsp:cNvSpPr/>
      </dsp:nvSpPr>
      <dsp:spPr>
        <a:xfrm>
          <a:off x="0" y="787"/>
          <a:ext cx="5635625" cy="1842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E3F23-D8D3-4B95-8C6D-7FBF06293640}">
      <dsp:nvSpPr>
        <dsp:cNvPr id="0" name=""/>
        <dsp:cNvSpPr/>
      </dsp:nvSpPr>
      <dsp:spPr>
        <a:xfrm>
          <a:off x="557466" y="415432"/>
          <a:ext cx="1013575" cy="10135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193D9-04A4-4CDE-B055-1A46C49DC792}">
      <dsp:nvSpPr>
        <dsp:cNvPr id="0" name=""/>
        <dsp:cNvSpPr/>
      </dsp:nvSpPr>
      <dsp:spPr>
        <a:xfrm>
          <a:off x="2128508" y="787"/>
          <a:ext cx="3507116" cy="1842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036" tIns="195036" rIns="195036" bIns="1950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Supraincarcarea metodelor (overloading)</a:t>
          </a:r>
          <a:endParaRPr lang="en-US" sz="2500" kern="1200"/>
        </a:p>
      </dsp:txBody>
      <dsp:txXfrm>
        <a:off x="2128508" y="787"/>
        <a:ext cx="3507116" cy="1842864"/>
      </dsp:txXfrm>
    </dsp:sp>
    <dsp:sp modelId="{EEF9D36B-6114-4ED7-AD72-2D09A59F0FC3}">
      <dsp:nvSpPr>
        <dsp:cNvPr id="0" name=""/>
        <dsp:cNvSpPr/>
      </dsp:nvSpPr>
      <dsp:spPr>
        <a:xfrm>
          <a:off x="0" y="2304367"/>
          <a:ext cx="5635625" cy="1842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04A14-0A2F-4EF4-B5B7-19A593620B29}">
      <dsp:nvSpPr>
        <dsp:cNvPr id="0" name=""/>
        <dsp:cNvSpPr/>
      </dsp:nvSpPr>
      <dsp:spPr>
        <a:xfrm>
          <a:off x="557466" y="2719012"/>
          <a:ext cx="1013575" cy="10135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BAF75-9652-4067-9253-387B6F919302}">
      <dsp:nvSpPr>
        <dsp:cNvPr id="0" name=""/>
        <dsp:cNvSpPr/>
      </dsp:nvSpPr>
      <dsp:spPr>
        <a:xfrm>
          <a:off x="2128508" y="2304367"/>
          <a:ext cx="3507116" cy="1842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036" tIns="195036" rIns="195036" bIns="1950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Suprascrierea metodelor (overriding)</a:t>
          </a:r>
          <a:endParaRPr lang="en-US" sz="2500" kern="1200"/>
        </a:p>
      </dsp:txBody>
      <dsp:txXfrm>
        <a:off x="2128508" y="2304367"/>
        <a:ext cx="3507116" cy="1842864"/>
      </dsp:txXfrm>
    </dsp:sp>
    <dsp:sp modelId="{BFF9CAB9-679C-4FD7-892C-12D7A9AD8138}">
      <dsp:nvSpPr>
        <dsp:cNvPr id="0" name=""/>
        <dsp:cNvSpPr/>
      </dsp:nvSpPr>
      <dsp:spPr>
        <a:xfrm>
          <a:off x="0" y="4607948"/>
          <a:ext cx="5635625" cy="1842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49D68-8ACE-4F5C-8DAA-3E31EA8BEC0F}">
      <dsp:nvSpPr>
        <dsp:cNvPr id="0" name=""/>
        <dsp:cNvSpPr/>
      </dsp:nvSpPr>
      <dsp:spPr>
        <a:xfrm>
          <a:off x="557466" y="5022592"/>
          <a:ext cx="1013575" cy="10135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9B2E8-424C-4D5D-9524-D01B31527926}">
      <dsp:nvSpPr>
        <dsp:cNvPr id="0" name=""/>
        <dsp:cNvSpPr/>
      </dsp:nvSpPr>
      <dsp:spPr>
        <a:xfrm>
          <a:off x="2128508" y="4607948"/>
          <a:ext cx="3507116" cy="1842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036" tIns="195036" rIns="195036" bIns="1950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Legarea dinamica a metodelor</a:t>
          </a:r>
          <a:endParaRPr lang="en-US" sz="2500" kern="1200"/>
        </a:p>
      </dsp:txBody>
      <dsp:txXfrm>
        <a:off x="2128508" y="4607948"/>
        <a:ext cx="3507116" cy="18428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CA699-691A-4234-A6FB-50A7DD78C97D}">
      <dsp:nvSpPr>
        <dsp:cNvPr id="0" name=""/>
        <dsp:cNvSpPr/>
      </dsp:nvSpPr>
      <dsp:spPr>
        <a:xfrm>
          <a:off x="0" y="1934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2E072-791A-47A9-AFF6-8C458AD20D4D}">
      <dsp:nvSpPr>
        <dsp:cNvPr id="0" name=""/>
        <dsp:cNvSpPr/>
      </dsp:nvSpPr>
      <dsp:spPr>
        <a:xfrm>
          <a:off x="0" y="1934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public class Number {</a:t>
          </a:r>
          <a:endParaRPr lang="en-US" sz="1600" kern="1200" dirty="0"/>
        </a:p>
      </dsp:txBody>
      <dsp:txXfrm>
        <a:off x="0" y="1934"/>
        <a:ext cx="4456113" cy="359866"/>
      </dsp:txXfrm>
    </dsp:sp>
    <dsp:sp modelId="{703C8089-1109-43E8-A53F-AC4C26C4E8F4}">
      <dsp:nvSpPr>
        <dsp:cNvPr id="0" name=""/>
        <dsp:cNvSpPr/>
      </dsp:nvSpPr>
      <dsp:spPr>
        <a:xfrm>
          <a:off x="0" y="361801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538EF-C7FF-48CA-8EF8-4636A9C3F918}">
      <dsp:nvSpPr>
        <dsp:cNvPr id="0" name=""/>
        <dsp:cNvSpPr/>
      </dsp:nvSpPr>
      <dsp:spPr>
        <a:xfrm>
          <a:off x="0" y="361801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private double n;</a:t>
          </a:r>
          <a:endParaRPr lang="en-US" sz="1600" kern="1200" dirty="0"/>
        </a:p>
      </dsp:txBody>
      <dsp:txXfrm>
        <a:off x="0" y="361801"/>
        <a:ext cx="4456113" cy="359866"/>
      </dsp:txXfrm>
    </dsp:sp>
    <dsp:sp modelId="{C3A168AE-B935-4087-82FD-80122C3694B3}">
      <dsp:nvSpPr>
        <dsp:cNvPr id="0" name=""/>
        <dsp:cNvSpPr/>
      </dsp:nvSpPr>
      <dsp:spPr>
        <a:xfrm>
          <a:off x="0" y="721667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F5BC6-F630-42AC-931F-84C3EF636071}">
      <dsp:nvSpPr>
        <dsp:cNvPr id="0" name=""/>
        <dsp:cNvSpPr/>
      </dsp:nvSpPr>
      <dsp:spPr>
        <a:xfrm>
          <a:off x="0" y="721667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public Number(double n) {</a:t>
          </a:r>
          <a:endParaRPr lang="en-US" sz="1600" kern="1200"/>
        </a:p>
      </dsp:txBody>
      <dsp:txXfrm>
        <a:off x="0" y="721667"/>
        <a:ext cx="4456113" cy="359866"/>
      </dsp:txXfrm>
    </dsp:sp>
    <dsp:sp modelId="{A9F0C5BB-5D5F-4B43-AFD6-C01F478030E9}">
      <dsp:nvSpPr>
        <dsp:cNvPr id="0" name=""/>
        <dsp:cNvSpPr/>
      </dsp:nvSpPr>
      <dsp:spPr>
        <a:xfrm>
          <a:off x="0" y="1081533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7C3B5-6987-4E58-B075-4291CA54F2FA}">
      <dsp:nvSpPr>
        <dsp:cNvPr id="0" name=""/>
        <dsp:cNvSpPr/>
      </dsp:nvSpPr>
      <dsp:spPr>
        <a:xfrm>
          <a:off x="0" y="1081533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this.n = n; }</a:t>
          </a:r>
          <a:endParaRPr lang="en-US" sz="1600" kern="1200"/>
        </a:p>
      </dsp:txBody>
      <dsp:txXfrm>
        <a:off x="0" y="1081533"/>
        <a:ext cx="4456113" cy="359866"/>
      </dsp:txXfrm>
    </dsp:sp>
    <dsp:sp modelId="{7F0D1531-C7C3-4D3A-BE3D-2564D4A4829B}">
      <dsp:nvSpPr>
        <dsp:cNvPr id="0" name=""/>
        <dsp:cNvSpPr/>
      </dsp:nvSpPr>
      <dsp:spPr>
        <a:xfrm>
          <a:off x="0" y="1441400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C75EE-1A70-48A8-BB03-11330B55061D}">
      <dsp:nvSpPr>
        <dsp:cNvPr id="0" name=""/>
        <dsp:cNvSpPr/>
      </dsp:nvSpPr>
      <dsp:spPr>
        <a:xfrm>
          <a:off x="0" y="1441400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public double getNumber() {</a:t>
          </a:r>
          <a:endParaRPr lang="en-US" sz="1600" kern="1200"/>
        </a:p>
      </dsp:txBody>
      <dsp:txXfrm>
        <a:off x="0" y="1441400"/>
        <a:ext cx="4456113" cy="359866"/>
      </dsp:txXfrm>
    </dsp:sp>
    <dsp:sp modelId="{A07688F8-D4E8-4739-8471-D56C96BBEB27}">
      <dsp:nvSpPr>
        <dsp:cNvPr id="0" name=""/>
        <dsp:cNvSpPr/>
      </dsp:nvSpPr>
      <dsp:spPr>
        <a:xfrm>
          <a:off x="0" y="1801266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F2805-D300-45C4-8D9B-E860C25D08BB}">
      <dsp:nvSpPr>
        <dsp:cNvPr id="0" name=""/>
        <dsp:cNvSpPr/>
      </dsp:nvSpPr>
      <dsp:spPr>
        <a:xfrm>
          <a:off x="0" y="1801266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return n; }</a:t>
          </a:r>
          <a:endParaRPr lang="en-US" sz="1600" kern="1200"/>
        </a:p>
      </dsp:txBody>
      <dsp:txXfrm>
        <a:off x="0" y="1801266"/>
        <a:ext cx="4456113" cy="359866"/>
      </dsp:txXfrm>
    </dsp:sp>
    <dsp:sp modelId="{BCC543FC-2C3F-475A-8D89-E8B539D3114E}">
      <dsp:nvSpPr>
        <dsp:cNvPr id="0" name=""/>
        <dsp:cNvSpPr/>
      </dsp:nvSpPr>
      <dsp:spPr>
        <a:xfrm>
          <a:off x="0" y="2161133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5B6B0-67D8-4F52-8FA7-C4DD02465BB1}">
      <dsp:nvSpPr>
        <dsp:cNvPr id="0" name=""/>
        <dsp:cNvSpPr/>
      </dsp:nvSpPr>
      <dsp:spPr>
        <a:xfrm>
          <a:off x="0" y="2161133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public double </a:t>
          </a:r>
          <a:r>
            <a:rPr lang="en-US" sz="1600" b="1" kern="1200" dirty="0">
              <a:solidFill>
                <a:srgbClr val="FF0000"/>
              </a:solidFill>
            </a:rPr>
            <a:t>add</a:t>
          </a:r>
          <a:r>
            <a:rPr lang="en-US" sz="1600" b="1" kern="1200" dirty="0"/>
            <a:t>(double m) {</a:t>
          </a:r>
          <a:endParaRPr lang="en-US" sz="1600" kern="1200" dirty="0"/>
        </a:p>
      </dsp:txBody>
      <dsp:txXfrm>
        <a:off x="0" y="2161133"/>
        <a:ext cx="4456113" cy="359866"/>
      </dsp:txXfrm>
    </dsp:sp>
    <dsp:sp modelId="{A6332BC7-3AE7-4690-A77B-7A3BAEE9A982}">
      <dsp:nvSpPr>
        <dsp:cNvPr id="0" name=""/>
        <dsp:cNvSpPr/>
      </dsp:nvSpPr>
      <dsp:spPr>
        <a:xfrm>
          <a:off x="0" y="2520999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F2E03-B759-4A4F-8F67-C962F45FDA06}">
      <dsp:nvSpPr>
        <dsp:cNvPr id="0" name=""/>
        <dsp:cNvSpPr/>
      </dsp:nvSpPr>
      <dsp:spPr>
        <a:xfrm>
          <a:off x="0" y="2520999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return n + m; }</a:t>
          </a:r>
          <a:endParaRPr lang="en-US" sz="1600" kern="1200"/>
        </a:p>
      </dsp:txBody>
      <dsp:txXfrm>
        <a:off x="0" y="2520999"/>
        <a:ext cx="4456113" cy="359866"/>
      </dsp:txXfrm>
    </dsp:sp>
    <dsp:sp modelId="{30C94689-9474-4ED4-9666-27CDF15C755F}">
      <dsp:nvSpPr>
        <dsp:cNvPr id="0" name=""/>
        <dsp:cNvSpPr/>
      </dsp:nvSpPr>
      <dsp:spPr>
        <a:xfrm>
          <a:off x="0" y="2880866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82164-83CE-484F-B52C-1AD8D151EDFF}">
      <dsp:nvSpPr>
        <dsp:cNvPr id="0" name=""/>
        <dsp:cNvSpPr/>
      </dsp:nvSpPr>
      <dsp:spPr>
        <a:xfrm>
          <a:off x="0" y="2880866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public double </a:t>
          </a:r>
          <a:r>
            <a:rPr lang="en-US" sz="1600" b="1" kern="1200" dirty="0">
              <a:solidFill>
                <a:srgbClr val="FF0000"/>
              </a:solidFill>
            </a:rPr>
            <a:t>add</a:t>
          </a:r>
          <a:r>
            <a:rPr lang="en-US" sz="1600" b="1" kern="1200" dirty="0"/>
            <a:t>(Number m) {</a:t>
          </a:r>
          <a:endParaRPr lang="en-US" sz="1600" kern="1200" dirty="0"/>
        </a:p>
      </dsp:txBody>
      <dsp:txXfrm>
        <a:off x="0" y="2880866"/>
        <a:ext cx="4456113" cy="359866"/>
      </dsp:txXfrm>
    </dsp:sp>
    <dsp:sp modelId="{C35B044B-6840-4ED1-82B0-85C8F985F996}">
      <dsp:nvSpPr>
        <dsp:cNvPr id="0" name=""/>
        <dsp:cNvSpPr/>
      </dsp:nvSpPr>
      <dsp:spPr>
        <a:xfrm>
          <a:off x="0" y="3240732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4A42F-065E-4407-93EA-8EFDC70832F1}">
      <dsp:nvSpPr>
        <dsp:cNvPr id="0" name=""/>
        <dsp:cNvSpPr/>
      </dsp:nvSpPr>
      <dsp:spPr>
        <a:xfrm>
          <a:off x="0" y="3240732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return n + m.getNumber(); }</a:t>
          </a:r>
          <a:endParaRPr lang="en-US" sz="1600" kern="1200"/>
        </a:p>
      </dsp:txBody>
      <dsp:txXfrm>
        <a:off x="0" y="3240732"/>
        <a:ext cx="4456113" cy="359866"/>
      </dsp:txXfrm>
    </dsp:sp>
    <dsp:sp modelId="{AC2C3855-F2DC-4299-B138-F68F69E90CA1}">
      <dsp:nvSpPr>
        <dsp:cNvPr id="0" name=""/>
        <dsp:cNvSpPr/>
      </dsp:nvSpPr>
      <dsp:spPr>
        <a:xfrm>
          <a:off x="0" y="3600598"/>
          <a:ext cx="44561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BA94C-DBFD-44CC-A108-C885B66A6348}">
      <dsp:nvSpPr>
        <dsp:cNvPr id="0" name=""/>
        <dsp:cNvSpPr/>
      </dsp:nvSpPr>
      <dsp:spPr>
        <a:xfrm>
          <a:off x="0" y="3600598"/>
          <a:ext cx="4456113" cy="359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}</a:t>
          </a:r>
          <a:endParaRPr lang="en-US" sz="1600" kern="1200"/>
        </a:p>
      </dsp:txBody>
      <dsp:txXfrm>
        <a:off x="0" y="3600598"/>
        <a:ext cx="4456113" cy="359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444625" y="922338"/>
            <a:ext cx="4430713" cy="33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7238"/>
            <a:ext cx="5059362" cy="368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6" name="Freeform 3"/>
          <p:cNvSpPr>
            <a:spLocks noChangeArrowheads="1"/>
          </p:cNvSpPr>
          <p:nvPr/>
        </p:nvSpPr>
        <p:spPr bwMode="auto">
          <a:xfrm>
            <a:off x="5746750" y="7578725"/>
            <a:ext cx="869950" cy="808038"/>
          </a:xfrm>
          <a:custGeom>
            <a:avLst/>
            <a:gdLst>
              <a:gd name="T0" fmla="*/ 0 w 2501"/>
              <a:gd name="T1" fmla="*/ 2499 h 2501"/>
              <a:gd name="T2" fmla="*/ 2499 w 2501"/>
              <a:gd name="T3" fmla="*/ 0 h 2501"/>
              <a:gd name="T4" fmla="*/ 2500 w 2501"/>
              <a:gd name="T5" fmla="*/ 2500 h 2501"/>
              <a:gd name="T6" fmla="*/ 0 w 2501"/>
              <a:gd name="T7" fmla="*/ 2499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pic>
        <p:nvPicPr>
          <p:cNvPr id="30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834313"/>
            <a:ext cx="4651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 Box 5"/>
          <p:cNvSpPr txBox="1">
            <a:spLocks noChangeArrowheads="1"/>
          </p:cNvSpPr>
          <p:nvPr/>
        </p:nvSpPr>
        <p:spPr bwMode="auto">
          <a:xfrm rot="-600000">
            <a:off x="6313488" y="7959725"/>
            <a:ext cx="282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ro-RO" sz="1500">
                <a:solidFill>
                  <a:srgbClr val="000000"/>
                </a:solidFill>
                <a:latin typeface="Arial Narrow" panose="020B06060202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21099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7385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819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02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721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070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079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188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641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51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02B5-159A-B25E-9D6A-490C66D9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DF25279-44C1-FF04-BF34-FACCC929EF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0F38739-8B5B-7FB8-F97F-9283EA34014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82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526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7355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528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211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7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165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4970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0347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549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166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323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9179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6461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250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874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4751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213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679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047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0080625" cy="7559675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794" tIns="50397" rIns="100794" bIns="50397" anchor="ctr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7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7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7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84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276600" y="2016125"/>
            <a:ext cx="6635750" cy="2435225"/>
          </a:xfrm>
        </p:spPr>
        <p:txBody>
          <a:bodyPr/>
          <a:lstStyle>
            <a:lvl1pPr>
              <a:defRPr sz="55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85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703763"/>
            <a:ext cx="6635750" cy="19319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7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504825" y="6888163"/>
            <a:ext cx="2351088" cy="50323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866EE53-B671-454D-A3C9-4EE0A8FC18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06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627F0-A692-4DB9-A8F4-EE440AE862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44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610A7-FD8E-45FE-A220-242869C84A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174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2184400"/>
            <a:ext cx="4459288" cy="4283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2184400"/>
            <a:ext cx="4460875" cy="4283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08507-08BA-4FD1-876C-7769ED9D8D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8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D34BC-16AF-417D-A40B-3532DA1A76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330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08B7A-D628-4580-9C0B-2BADB11B7B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79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F7F50-BCA7-49C9-A392-D6DB36ED0C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50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4ED01-177D-48AF-8AA0-C8E8343E61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97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48C94-FF5E-49DA-85F4-64D2E5AE39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94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2F6DC-7260-4D80-A6AA-E57B86601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02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0438" y="503238"/>
            <a:ext cx="2266950" cy="5964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825" y="503238"/>
            <a:ext cx="6653213" cy="5964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0E84D-0034-4CF3-B785-2987E99536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39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875" y="6888163"/>
            <a:ext cx="31908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3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3" y="6888163"/>
            <a:ext cx="23526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0F1EF28-60DB-4266-B0A0-C8CA8460FC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0080625" cy="601663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794" tIns="50397" rIns="100794" bIns="50397" anchor="ctr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</p:grpSp>
      <p:sp>
        <p:nvSpPr>
          <p:cNvPr id="14747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03238"/>
            <a:ext cx="9072563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747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5" y="2184400"/>
            <a:ext cx="9072563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74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4825" y="6884988"/>
            <a:ext cx="23510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70" grpId="0"/>
      <p:bldP spid="14747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2pPr>
      <a:lvl3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3pPr>
      <a:lvl4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4pPr>
      <a:lvl5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5pPr>
      <a:lvl6pPr marL="4572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6pPr>
      <a:lvl7pPr marL="9144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7pPr>
      <a:lvl8pPr marL="13716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8pPr>
      <a:lvl9pPr marL="18288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9pPr>
    </p:titleStyle>
    <p:bodyStyle>
      <a:lvl1pPr marL="377825" indent="-377825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19150" indent="-315913" algn="l" defTabSz="10080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3100">
          <a:solidFill>
            <a:schemeClr val="tx1"/>
          </a:solidFill>
          <a:latin typeface="+mn-lt"/>
        </a:defRPr>
      </a:lvl2pPr>
      <a:lvl3pPr marL="1260475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3pPr>
      <a:lvl4pPr marL="1763713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200">
          <a:solidFill>
            <a:schemeClr val="tx1"/>
          </a:solidFill>
          <a:latin typeface="+mn-lt"/>
        </a:defRPr>
      </a:lvl4pPr>
      <a:lvl5pPr marL="2268538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5pPr>
      <a:lvl6pPr marL="27257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6pPr>
      <a:lvl7pPr marL="31829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7pPr>
      <a:lvl8pPr marL="36401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8pPr>
      <a:lvl9pPr marL="40973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wrap="square" anchor="b">
            <a:normAutofit/>
          </a:bodyPr>
          <a:lstStyle/>
          <a:p>
            <a:pPr eaLnBrk="1" hangingPunct="1"/>
            <a:r>
              <a:rPr lang="en-US" altLang="en-US"/>
              <a:t>Polimorfism : Cuprins</a:t>
            </a:r>
          </a:p>
        </p:txBody>
      </p:sp>
      <p:sp>
        <p:nvSpPr>
          <p:cNvPr id="6153" name="Text Placeholder 3">
            <a:extLst>
              <a:ext uri="{FF2B5EF4-FFF2-40B4-BE49-F238E27FC236}">
                <a16:creationId xmlns:a16="http://schemas.microsoft.com/office/drawing/2014/main" id="{B9F410A8-A26A-F013-8DA5-552C30BB8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6149" name="Rectangle 3">
            <a:extLst>
              <a:ext uri="{FF2B5EF4-FFF2-40B4-BE49-F238E27FC236}">
                <a16:creationId xmlns:a16="http://schemas.microsoft.com/office/drawing/2014/main" id="{AC1721C7-D1A4-92A2-93BA-8FDD7B4445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1561901"/>
              </p:ext>
            </p:extLst>
          </p:nvPr>
        </p:nvGraphicFramePr>
        <p:xfrm>
          <a:off x="3941763" y="301625"/>
          <a:ext cx="5635625" cy="645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en-US" dirty="0"/>
              <a:t>Supraîncărcarea - </a:t>
            </a:r>
            <a:r>
              <a:rPr lang="en-US" altLang="en-US" dirty="0"/>
              <a:t>Overloading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825" y="1874837"/>
            <a:ext cx="9336087" cy="4283075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Doua </a:t>
            </a:r>
            <a:r>
              <a:rPr lang="en-US" altLang="en-US" sz="2000" dirty="0" err="1"/>
              <a:t>metode</a:t>
            </a:r>
            <a:r>
              <a:rPr lang="en-US" altLang="en-US" sz="2000" dirty="0"/>
              <a:t> din </a:t>
            </a:r>
            <a:r>
              <a:rPr lang="en-US" altLang="en-US" sz="2000" dirty="0" err="1"/>
              <a:t>aceeasi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clasa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numesc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supraincarcate</a:t>
            </a:r>
            <a:r>
              <a:rPr lang="en-US" altLang="en-US" sz="2000" dirty="0"/>
              <a:t> (</a:t>
            </a:r>
            <a:r>
              <a:rPr lang="en-US" altLang="en-US" sz="2000" b="1" dirty="0"/>
              <a:t>overloaded</a:t>
            </a:r>
            <a:r>
              <a:rPr lang="en-US" altLang="en-US" sz="2000" dirty="0"/>
              <a:t>) </a:t>
            </a:r>
            <a:r>
              <a:rPr lang="en-US" altLang="en-US" sz="2000" dirty="0" err="1"/>
              <a:t>daca</a:t>
            </a:r>
            <a:r>
              <a:rPr lang="en-US" altLang="en-US" sz="2000" dirty="0"/>
              <a:t>:</a:t>
            </a:r>
          </a:p>
          <a:p>
            <a:pPr lvl="1" eaLnBrk="1" hangingPunct="1"/>
            <a:r>
              <a:rPr lang="en-US" altLang="en-US" sz="2000" dirty="0"/>
              <a:t>Au </a:t>
            </a:r>
            <a:r>
              <a:rPr lang="en-US" altLang="en-US" sz="2000" dirty="0" err="1"/>
              <a:t>acelasi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nume</a:t>
            </a:r>
            <a:endParaRPr lang="en-US" altLang="en-US" sz="2000" dirty="0"/>
          </a:p>
          <a:p>
            <a:pPr lvl="1" eaLnBrk="1" hangingPunct="1"/>
            <a:r>
              <a:rPr lang="en-US" altLang="en-US" sz="2000" dirty="0" err="1"/>
              <a:t>Difera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prin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numarul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sau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tipul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argumentelor</a:t>
            </a:r>
            <a:endParaRPr lang="en-US" altLang="en-US" sz="2000" dirty="0"/>
          </a:p>
          <a:p>
            <a:pPr lvl="1" eaLnBrk="1" hangingPunct="1"/>
            <a:r>
              <a:rPr lang="en-US" altLang="en-US" sz="2000" dirty="0"/>
              <a:t>Nu </a:t>
            </a:r>
            <a:r>
              <a:rPr lang="en-US" altLang="en-US" sz="2000" dirty="0" err="1"/>
              <a:t>difera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doar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prin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tipul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returnat</a:t>
            </a:r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eaLnBrk="1" hangingPunct="1"/>
            <a:r>
              <a:rPr lang="en-US" altLang="en-US" sz="2000" dirty="0" err="1"/>
              <a:t>Numele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unei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metode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impreuna</a:t>
            </a:r>
            <a:r>
              <a:rPr lang="en-US" altLang="en-US" sz="2000" dirty="0"/>
              <a:t> cu </a:t>
            </a:r>
            <a:r>
              <a:rPr lang="en-US" altLang="en-US" sz="2000" dirty="0" err="1"/>
              <a:t>numarul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tipul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argumentelor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numeste</a:t>
            </a:r>
            <a:r>
              <a:rPr lang="en-US" altLang="en-US" sz="2000" dirty="0"/>
              <a:t> </a:t>
            </a:r>
            <a:r>
              <a:rPr lang="en-US" altLang="en-US" sz="2000" b="1" dirty="0" err="1"/>
              <a:t>semnatura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metodei</a:t>
            </a:r>
            <a:endParaRPr lang="en-US" altLang="en-US" sz="2000" dirty="0"/>
          </a:p>
          <a:p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afiseaza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"int: "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afiseaza(</a:t>
            </a:r>
            <a:r>
              <a:rPr lang="fr-FR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double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System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"double: "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fr-F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fr-FR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afiseaza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(String 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"String: "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it-IT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afiseaza(</a:t>
            </a:r>
            <a:r>
              <a:rPr lang="it-IT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5</a:t>
            </a:r>
            <a:r>
              <a:rPr lang="it-IT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it-IT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it-IT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apelează prima metodă  </a:t>
            </a:r>
          </a:p>
          <a:p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afiseaza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3.14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apelează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a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doua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 </a:t>
            </a:r>
          </a:p>
          <a:p>
            <a:r>
              <a:rPr lang="pt-B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afiseaza(</a:t>
            </a:r>
            <a:r>
              <a:rPr lang="pt-BR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"text"</a:t>
            </a:r>
            <a:r>
              <a:rPr lang="pt-BR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pt-BR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apelează a treia</a:t>
            </a:r>
          </a:p>
          <a:p>
            <a:pPr eaLnBrk="1" hangingPunct="1"/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  <a:normAutofit/>
          </a:bodyPr>
          <a:lstStyle/>
          <a:p>
            <a:pPr marL="1439863"/>
            <a:r>
              <a:rPr lang="en-US" altLang="en-US">
                <a:latin typeface="+mj-lt"/>
                <a:ea typeface="+mj-ea"/>
                <a:cs typeface="+mj-cs"/>
              </a:rPr>
              <a:t>Overloading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15912" y="1601787"/>
            <a:ext cx="4452938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  <a:normAutofit/>
          </a:bodyPr>
          <a:lstStyle>
            <a:lvl1pPr marL="377825" indent="-377825" defTabSz="1008063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dirty="0" err="1">
                <a:latin typeface="+mn-lt"/>
              </a:rPr>
              <a:t>Contextul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în</a:t>
            </a:r>
            <a:r>
              <a:rPr lang="en-US" altLang="en-US" sz="2200" dirty="0">
                <a:latin typeface="+mn-lt"/>
              </a:rPr>
              <a:t> care </a:t>
            </a:r>
            <a:r>
              <a:rPr lang="en-US" altLang="en-US" sz="2200" dirty="0" err="1">
                <a:latin typeface="+mn-lt"/>
              </a:rPr>
              <a:t>va</a:t>
            </a:r>
            <a:r>
              <a:rPr lang="en-US" altLang="en-US" sz="2200" dirty="0">
                <a:latin typeface="+mn-lt"/>
              </a:rPr>
              <a:t> fi </a:t>
            </a:r>
            <a:r>
              <a:rPr lang="en-US" altLang="en-US" sz="2200" dirty="0" err="1">
                <a:latin typeface="+mn-lt"/>
              </a:rPr>
              <a:t>apelată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fiecare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este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determinat</a:t>
            </a:r>
            <a:r>
              <a:rPr lang="en-US" altLang="en-US" sz="2200" dirty="0">
                <a:latin typeface="+mn-lt"/>
              </a:rPr>
              <a:t> automat </a:t>
            </a:r>
            <a:r>
              <a:rPr lang="en-US" altLang="en-US" sz="2200" dirty="0" err="1">
                <a:latin typeface="+mn-lt"/>
              </a:rPr>
              <a:t>funcţie</a:t>
            </a:r>
            <a:r>
              <a:rPr lang="en-US" altLang="en-US" sz="2200" dirty="0">
                <a:latin typeface="+mn-lt"/>
              </a:rPr>
              <a:t> de </a:t>
            </a:r>
            <a:r>
              <a:rPr lang="en-US" altLang="en-US" sz="2200" dirty="0" err="1">
                <a:latin typeface="+mn-lt"/>
              </a:rPr>
              <a:t>parametrii</a:t>
            </a:r>
            <a:r>
              <a:rPr lang="en-US" altLang="en-US" sz="2200" dirty="0">
                <a:latin typeface="+mn-lt"/>
              </a:rPr>
              <a:t> de </a:t>
            </a:r>
            <a:r>
              <a:rPr lang="en-US" altLang="en-US" sz="2200" dirty="0" err="1">
                <a:latin typeface="+mn-lt"/>
              </a:rPr>
              <a:t>apel</a:t>
            </a:r>
            <a:r>
              <a:rPr lang="en-US" altLang="en-US" sz="2200" dirty="0">
                <a:latin typeface="+mn-lt"/>
              </a:rPr>
              <a:t>.</a:t>
            </a:r>
          </a:p>
          <a:p>
            <a:r>
              <a:rPr lang="en-US" altLang="en-US" sz="2200" dirty="0" err="1">
                <a:latin typeface="+mn-lt"/>
              </a:rPr>
              <a:t>oricând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mai</a:t>
            </a:r>
            <a:r>
              <a:rPr lang="en-US" altLang="en-US" sz="2200" dirty="0">
                <a:latin typeface="+mn-lt"/>
              </a:rPr>
              <a:t> pot introduce o </a:t>
            </a:r>
            <a:r>
              <a:rPr lang="en-US" altLang="en-US" sz="2200" dirty="0" err="1">
                <a:latin typeface="+mn-lt"/>
              </a:rPr>
              <a:t>nouă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metodă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ceea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ce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sporeşte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flexibilitatea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programării</a:t>
            </a:r>
            <a:r>
              <a:rPr lang="en-US" altLang="en-US" sz="2200" dirty="0">
                <a:latin typeface="+mn-lt"/>
              </a:rPr>
              <a:t>;</a:t>
            </a:r>
          </a:p>
          <a:p>
            <a:r>
              <a:rPr lang="en-US" altLang="en-US" sz="2200" dirty="0" err="1">
                <a:latin typeface="+mn-lt"/>
              </a:rPr>
              <a:t>dacă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metodele</a:t>
            </a:r>
            <a:r>
              <a:rPr lang="en-US" altLang="en-US" sz="2200" dirty="0">
                <a:latin typeface="+mn-lt"/>
              </a:rPr>
              <a:t> nu se </a:t>
            </a:r>
            <a:r>
              <a:rPr lang="en-US" altLang="en-US" sz="2200" dirty="0" err="1">
                <a:latin typeface="+mn-lt"/>
              </a:rPr>
              <a:t>găsesc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în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aceaşi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clasă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atunci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trebuie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să</a:t>
            </a:r>
            <a:r>
              <a:rPr lang="en-US" altLang="en-US" sz="2200" dirty="0">
                <a:latin typeface="+mn-lt"/>
              </a:rPr>
              <a:t> li se </a:t>
            </a:r>
            <a:r>
              <a:rPr lang="en-US" altLang="en-US" sz="2200" dirty="0" err="1">
                <a:latin typeface="+mn-lt"/>
              </a:rPr>
              <a:t>atribuie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aceaşi</a:t>
            </a:r>
            <a:r>
              <a:rPr lang="en-US" altLang="en-US" sz="2200" dirty="0">
                <a:latin typeface="+mn-lt"/>
              </a:rPr>
              <a:t> </a:t>
            </a:r>
            <a:r>
              <a:rPr lang="en-US" altLang="en-US" sz="2200" dirty="0" err="1">
                <a:latin typeface="+mn-lt"/>
              </a:rPr>
              <a:t>modificatori</a:t>
            </a:r>
            <a:r>
              <a:rPr lang="en-US" altLang="en-US" sz="2200" dirty="0">
                <a:latin typeface="+mn-lt"/>
              </a:rPr>
              <a:t> de </a:t>
            </a:r>
            <a:r>
              <a:rPr lang="en-US" altLang="en-US" sz="2200" dirty="0" err="1">
                <a:latin typeface="+mn-lt"/>
              </a:rPr>
              <a:t>vizibilitate</a:t>
            </a:r>
            <a:r>
              <a:rPr lang="en-US" altLang="en-US" sz="2200" dirty="0">
                <a:latin typeface="+mn-lt"/>
              </a:rPr>
              <a:t>.</a:t>
            </a:r>
          </a:p>
          <a:p>
            <a:endParaRPr lang="en-US" altLang="en-US" sz="2200" dirty="0">
              <a:latin typeface="+mn-lt"/>
            </a:endParaRPr>
          </a:p>
        </p:txBody>
      </p:sp>
      <p:graphicFrame>
        <p:nvGraphicFramePr>
          <p:cNvPr id="10246" name="Rectangle 3">
            <a:extLst>
              <a:ext uri="{FF2B5EF4-FFF2-40B4-BE49-F238E27FC236}">
                <a16:creationId xmlns:a16="http://schemas.microsoft.com/office/drawing/2014/main" id="{931356A8-F3B8-90DD-C6E9-8643C72FEB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134810"/>
              </p:ext>
            </p:extLst>
          </p:nvPr>
        </p:nvGraphicFramePr>
        <p:xfrm>
          <a:off x="5192712" y="1885155"/>
          <a:ext cx="4456113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F957964-2AC0-F65E-EA9E-1CCFF6F41583}"/>
              </a:ext>
            </a:extLst>
          </p:cNvPr>
          <p:cNvSpPr txBox="1"/>
          <p:nvPr/>
        </p:nvSpPr>
        <p:spPr>
          <a:xfrm>
            <a:off x="3821112" y="5858854"/>
            <a:ext cx="61079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args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Number n1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Number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5.0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Number n2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Number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7.0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n1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add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FF8000"/>
                </a:solidFill>
                <a:highlight>
                  <a:srgbClr val="FFFFFF"/>
                </a:highlight>
              </a:rPr>
              <a:t>3.0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apelează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add(double)</a:t>
            </a:r>
          </a:p>
          <a:p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n1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add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n2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apelează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 add(Number)</a:t>
            </a:r>
          </a:p>
          <a:p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marL="1439863" eaLnBrk="1" hangingPunct="1"/>
            <a:r>
              <a:rPr lang="en-US" altLang="en-US"/>
              <a:t>Overriding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646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 </a:t>
            </a:r>
            <a:r>
              <a:rPr lang="en-US" altLang="en-US" sz="2800" dirty="0" err="1"/>
              <a:t>metoda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dintr</a:t>
            </a:r>
            <a:r>
              <a:rPr lang="en-US" altLang="en-US" sz="2800" dirty="0"/>
              <a:t>-o </a:t>
            </a:r>
            <a:r>
              <a:rPr lang="en-US" altLang="en-US" sz="2800" dirty="0" err="1"/>
              <a:t>clasa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parinte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poate</a:t>
            </a:r>
            <a:r>
              <a:rPr lang="en-US" altLang="en-US" sz="2800" dirty="0"/>
              <a:t> fi </a:t>
            </a:r>
            <a:r>
              <a:rPr lang="en-US" altLang="en-US" sz="2800" dirty="0" err="1"/>
              <a:t>suprascrisa</a:t>
            </a:r>
            <a:r>
              <a:rPr lang="en-US" altLang="en-US" sz="2800" dirty="0"/>
              <a:t> (</a:t>
            </a:r>
            <a:r>
              <a:rPr lang="en-US" altLang="en-US" sz="2800" b="1" dirty="0" err="1"/>
              <a:t>overrided</a:t>
            </a:r>
            <a:r>
              <a:rPr lang="en-US" altLang="en-US" sz="2800" dirty="0"/>
              <a:t>) de o </a:t>
            </a:r>
            <a:r>
              <a:rPr lang="en-US" altLang="en-US" sz="2800" dirty="0" err="1"/>
              <a:t>metoda</a:t>
            </a:r>
            <a:r>
              <a:rPr lang="en-US" altLang="en-US" sz="2800" dirty="0"/>
              <a:t> din </a:t>
            </a:r>
            <a:r>
              <a:rPr lang="en-US" altLang="en-US" sz="2800" dirty="0" err="1"/>
              <a:t>clasa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derivata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daca</a:t>
            </a:r>
            <a:r>
              <a:rPr lang="en-US" altLang="en-US" sz="2800" dirty="0"/>
              <a:t>:</a:t>
            </a:r>
          </a:p>
          <a:p>
            <a:pPr lvl="1" eaLnBrk="1" hangingPunct="1"/>
            <a:r>
              <a:rPr lang="en-US" altLang="en-US" sz="2800" dirty="0"/>
              <a:t>Au </a:t>
            </a:r>
            <a:r>
              <a:rPr lang="en-US" altLang="en-US" sz="2800" dirty="0" err="1"/>
              <a:t>acelasi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nume</a:t>
            </a:r>
            <a:endParaRPr lang="en-US" altLang="en-US" sz="2800" dirty="0"/>
          </a:p>
          <a:p>
            <a:pPr lvl="1" eaLnBrk="1" hangingPunct="1"/>
            <a:r>
              <a:rPr lang="en-US" altLang="en-US" sz="2800" dirty="0"/>
              <a:t>Au </a:t>
            </a:r>
            <a:r>
              <a:rPr lang="en-US" altLang="en-US" sz="2800" dirty="0" err="1"/>
              <a:t>acelasi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numar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</a:t>
            </a:r>
            <a:r>
              <a:rPr lang="en-US" altLang="en-US" sz="2800" dirty="0"/>
              <a:t> tip de </a:t>
            </a:r>
            <a:r>
              <a:rPr lang="en-US" altLang="en-US" sz="2800" dirty="0" err="1"/>
              <a:t>argumente</a:t>
            </a:r>
            <a:endParaRPr lang="en-US" altLang="en-US" sz="2800" dirty="0"/>
          </a:p>
          <a:p>
            <a:pPr lvl="1" eaLnBrk="1" hangingPunct="1"/>
            <a:r>
              <a:rPr lang="en-US" altLang="en-US" sz="2800" dirty="0"/>
              <a:t>Au </a:t>
            </a:r>
            <a:r>
              <a:rPr lang="en-US" altLang="en-US" sz="2800" dirty="0" err="1"/>
              <a:t>acelasi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tipul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returnat</a:t>
            </a:r>
            <a:endParaRPr lang="en-US" altLang="en-US" sz="2800" dirty="0"/>
          </a:p>
          <a:p>
            <a:pPr lvl="1" eaLnBrk="1" hangingPunct="1"/>
            <a:r>
              <a:rPr lang="en-US" altLang="en-US" sz="2800" dirty="0" err="1"/>
              <a:t>Drepturile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acces</a:t>
            </a:r>
            <a:r>
              <a:rPr lang="en-US" altLang="en-US" sz="2800" dirty="0"/>
              <a:t> nu sunt </a:t>
            </a:r>
            <a:r>
              <a:rPr lang="en-US" altLang="en-US" sz="2800" dirty="0" err="1"/>
              <a:t>mai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restranse</a:t>
            </a:r>
            <a:endParaRPr lang="en-US" altLang="en-US" sz="2800" dirty="0"/>
          </a:p>
          <a:p>
            <a:pPr lvl="1"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O </a:t>
            </a:r>
            <a:r>
              <a:rPr lang="en-US" altLang="en-US" sz="2800" dirty="0" err="1"/>
              <a:t>metoda</a:t>
            </a:r>
            <a:r>
              <a:rPr lang="en-US" altLang="en-US" sz="2800" dirty="0"/>
              <a:t> nu </a:t>
            </a:r>
            <a:r>
              <a:rPr lang="en-US" altLang="en-US" sz="2800" dirty="0" err="1"/>
              <a:t>poate</a:t>
            </a:r>
            <a:r>
              <a:rPr lang="en-US" altLang="en-US" sz="2800" dirty="0"/>
              <a:t> fi </a:t>
            </a:r>
            <a:r>
              <a:rPr lang="en-US" altLang="en-US" sz="2800" dirty="0" err="1"/>
              <a:t>suprascrisa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decat</a:t>
            </a:r>
            <a:r>
              <a:rPr lang="en-US" altLang="en-US" sz="2800" dirty="0"/>
              <a:t> o data </a:t>
            </a:r>
            <a:r>
              <a:rPr lang="en-US" altLang="en-US" sz="2800" dirty="0" err="1"/>
              <a:t>intr</a:t>
            </a:r>
            <a:r>
              <a:rPr lang="en-US" altLang="en-US" sz="2800" dirty="0"/>
              <a:t>-o </a:t>
            </a:r>
            <a:r>
              <a:rPr lang="en-US" altLang="en-US" sz="2800" dirty="0" err="1"/>
              <a:t>clasa</a:t>
            </a:r>
            <a:endParaRPr lang="en-US" altLang="en-US" sz="2800" dirty="0"/>
          </a:p>
          <a:p>
            <a:pPr eaLnBrk="1" hangingPunct="1"/>
            <a:r>
              <a:rPr lang="it-IT" sz="2800" dirty="0"/>
              <a:t>Suprascrierea permite unei clase derivate să </a:t>
            </a:r>
            <a:r>
              <a:rPr lang="it-IT" sz="2800" b="1" dirty="0"/>
              <a:t>modifice comportamentul</a:t>
            </a:r>
            <a:r>
              <a:rPr lang="it-IT" sz="2800" dirty="0"/>
              <a:t> unei metode moștenite din clasa părinte.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512888" y="285750"/>
            <a:ext cx="5029201" cy="1512888"/>
          </a:xfrm>
        </p:spPr>
        <p:txBody>
          <a:bodyPr/>
          <a:lstStyle/>
          <a:p>
            <a:pPr marL="1439863" eaLnBrk="1" hangingPunct="1"/>
            <a:r>
              <a:rPr lang="en-US" altLang="en-US" dirty="0"/>
              <a:t>Overriding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73113" y="5403850"/>
            <a:ext cx="335280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Mp3Player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5116513" y="5403850"/>
            <a:ext cx="365760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WavPlayer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059113" y="1136650"/>
            <a:ext cx="3352800" cy="3205163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Player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# file : FileInputStream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+ open()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H="1">
            <a:off x="4659313" y="46418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2373313" y="487045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373313" y="48704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7021513" y="48704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3059113" y="16700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3059113" y="22034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773113" y="59372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773113" y="60134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5116513" y="593725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5116513" y="601345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400" name="AutoShape 16"/>
          <p:cNvSpPr>
            <a:spLocks noChangeArrowheads="1"/>
          </p:cNvSpPr>
          <p:nvPr/>
        </p:nvSpPr>
        <p:spPr bwMode="auto">
          <a:xfrm>
            <a:off x="4506913" y="4337050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1CA-BF8D-C4CD-0940-5B531C26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Overriding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58E33-A908-3582-1EF0-FEA05D178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2" y="1798637"/>
            <a:ext cx="9525000" cy="42830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Player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play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"Generic play"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stop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"Stop"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pause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"Pause"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Mp3Player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Player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@Override</a:t>
            </a: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play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"Playing MP3"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WavPlayer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Player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@Override</a:t>
            </a: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play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16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</a:rPr>
              <a:t>"Playing WAV"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Apel:</a:t>
            </a:r>
          </a:p>
          <a:p>
            <a:pPr>
              <a:spcBef>
                <a:spcPts val="0"/>
              </a:spcBef>
            </a:pP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Player p1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Mp3Player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Player p2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WavPlayer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p1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play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"Playing MP3"</a:t>
            </a:r>
          </a:p>
          <a:p>
            <a:pPr>
              <a:spcBef>
                <a:spcPts val="0"/>
              </a:spcBef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p2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play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"Playing WAV"</a:t>
            </a:r>
          </a:p>
          <a:p>
            <a:pPr>
              <a:spcBef>
                <a:spcPts val="0"/>
              </a:spcBef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06330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EC5B-AB72-CFAF-E92B-2FBCD131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Overloading </a:t>
            </a:r>
            <a:r>
              <a:rPr lang="en-GB" dirty="0" err="1"/>
              <a:t>si</a:t>
            </a:r>
            <a:r>
              <a:rPr lang="en-GB" dirty="0"/>
              <a:t> Overriding. </a:t>
            </a:r>
            <a:r>
              <a:rPr lang="en-GB" dirty="0" err="1"/>
              <a:t>Observatii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5F716-C502-DFCB-5933-DE8F47F6B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 err="1"/>
              <a:t>Dacă</a:t>
            </a:r>
            <a:r>
              <a:rPr lang="en-GB" sz="2000" dirty="0"/>
              <a:t> </a:t>
            </a:r>
            <a:r>
              <a:rPr lang="en-GB" sz="2000" dirty="0" err="1"/>
              <a:t>două</a:t>
            </a:r>
            <a:r>
              <a:rPr lang="en-GB" sz="2000" dirty="0"/>
              <a:t> </a:t>
            </a:r>
            <a:r>
              <a:rPr lang="en-GB" sz="2000" dirty="0" err="1"/>
              <a:t>metode</a:t>
            </a:r>
            <a:r>
              <a:rPr lang="en-GB" sz="2000" dirty="0"/>
              <a:t> au </a:t>
            </a:r>
            <a:r>
              <a:rPr lang="en-GB" sz="2000" dirty="0" err="1"/>
              <a:t>același</a:t>
            </a:r>
            <a:r>
              <a:rPr lang="en-GB" sz="2000" dirty="0"/>
              <a:t> </a:t>
            </a:r>
            <a:r>
              <a:rPr lang="en-GB" sz="2000" dirty="0" err="1"/>
              <a:t>număr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tip de </a:t>
            </a:r>
            <a:r>
              <a:rPr lang="en-GB" sz="2000" dirty="0" err="1"/>
              <a:t>parametri</a:t>
            </a:r>
            <a:r>
              <a:rPr lang="en-GB" sz="2000" dirty="0"/>
              <a:t>, </a:t>
            </a:r>
            <a:r>
              <a:rPr lang="en-GB" sz="2000" dirty="0" err="1"/>
              <a:t>chiar</a:t>
            </a:r>
            <a:r>
              <a:rPr lang="en-GB" sz="2000" dirty="0"/>
              <a:t> </a:t>
            </a:r>
            <a:r>
              <a:rPr lang="en-GB" sz="2000" dirty="0" err="1"/>
              <a:t>dacă</a:t>
            </a:r>
            <a:r>
              <a:rPr lang="en-GB" sz="2000" dirty="0"/>
              <a:t> au </a:t>
            </a:r>
            <a:r>
              <a:rPr lang="en-GB" sz="2000" dirty="0" err="1"/>
              <a:t>tipuri</a:t>
            </a:r>
            <a:r>
              <a:rPr lang="en-GB" sz="2000" dirty="0"/>
              <a:t> </a:t>
            </a:r>
            <a:r>
              <a:rPr lang="en-GB" sz="2000" dirty="0" err="1"/>
              <a:t>returnate</a:t>
            </a:r>
            <a:r>
              <a:rPr lang="en-GB" sz="2000" dirty="0"/>
              <a:t> </a:t>
            </a:r>
            <a:r>
              <a:rPr lang="en-GB" sz="2000" dirty="0" err="1"/>
              <a:t>diferite</a:t>
            </a:r>
            <a:r>
              <a:rPr lang="en-GB" sz="2000" dirty="0"/>
              <a:t>, </a:t>
            </a:r>
            <a:r>
              <a:rPr lang="en-GB" sz="2000" dirty="0" err="1"/>
              <a:t>programul</a:t>
            </a:r>
            <a:r>
              <a:rPr lang="en-GB" sz="2000" dirty="0"/>
              <a:t> nu </a:t>
            </a:r>
            <a:r>
              <a:rPr lang="en-GB" sz="2000" dirty="0" err="1"/>
              <a:t>va</a:t>
            </a:r>
            <a:r>
              <a:rPr lang="en-GB" sz="2000" dirty="0"/>
              <a:t> </a:t>
            </a:r>
            <a:r>
              <a:rPr lang="en-GB" sz="2000" dirty="0" err="1"/>
              <a:t>compila</a:t>
            </a:r>
            <a:r>
              <a:rPr lang="en-GB" sz="2000" dirty="0"/>
              <a:t>.</a:t>
            </a:r>
          </a:p>
          <a:p>
            <a:pPr lvl="1"/>
            <a:r>
              <a:rPr lang="en-GB" sz="16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</a:rPr>
              <a:t> add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double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n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double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add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</a:rPr>
              <a:t>double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n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m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16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eroare</a:t>
            </a: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</a:rPr>
              <a:t>: duplicate method</a:t>
            </a:r>
          </a:p>
          <a:p>
            <a:r>
              <a:rPr lang="en-GB" sz="2000" dirty="0" err="1"/>
              <a:t>Metodele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2000" dirty="0"/>
              <a:t>,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final</a:t>
            </a:r>
            <a:r>
              <a:rPr lang="en-GB" sz="2000" dirty="0"/>
              <a:t>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private</a:t>
            </a:r>
            <a:r>
              <a:rPr lang="en-GB" sz="2000" dirty="0"/>
              <a:t> nu pot fi </a:t>
            </a:r>
            <a:r>
              <a:rPr lang="en-GB" sz="2000" dirty="0" err="1"/>
              <a:t>suprascrise</a:t>
            </a:r>
            <a:r>
              <a:rPr lang="en-GB" sz="2000" dirty="0">
                <a:highlight>
                  <a:srgbClr val="FFFFFF"/>
                </a:highlight>
              </a:rPr>
              <a:t>.</a:t>
            </a:r>
            <a:endParaRPr lang="en-GB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1CE912-529E-0CE2-A1FB-F97FEA14A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405015"/>
              </p:ext>
            </p:extLst>
          </p:nvPr>
        </p:nvGraphicFramePr>
        <p:xfrm>
          <a:off x="963612" y="4318186"/>
          <a:ext cx="81534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121523946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183214312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252307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Caracteristică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Overloading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Overriding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60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Are loc în aceeași clasă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46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Are loc între clase părinte/derivată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13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Diferență de semnătură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39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Momentul determinării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La </a:t>
                      </a:r>
                      <a:r>
                        <a:rPr lang="en-GB" dirty="0" err="1"/>
                        <a:t>compilare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La </a:t>
                      </a:r>
                      <a:r>
                        <a:rPr lang="en-GB" dirty="0" err="1"/>
                        <a:t>executie</a:t>
                      </a:r>
                      <a:r>
                        <a:rPr lang="en-GB" dirty="0"/>
                        <a:t> (Runtime)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66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Adnotare necesară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@Override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80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58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marL="1439863" eaLnBrk="1" hangingPunct="1"/>
            <a:r>
              <a:rPr lang="en-US" altLang="en-US" dirty="0" err="1"/>
              <a:t>Legarea</a:t>
            </a:r>
            <a:r>
              <a:rPr lang="en-US" altLang="en-US" dirty="0"/>
              <a:t> </a:t>
            </a:r>
            <a:r>
              <a:rPr lang="en-US" altLang="en-US" dirty="0" err="1"/>
              <a:t>dinamica</a:t>
            </a:r>
            <a:endParaRPr lang="en-US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2" y="1545906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In </a:t>
            </a:r>
            <a:r>
              <a:rPr lang="en-US" altLang="en-US" sz="2400" dirty="0" err="1"/>
              <a:t>cazul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unor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metode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suprascrise</a:t>
            </a:r>
            <a:r>
              <a:rPr lang="en-US" altLang="en-US" sz="2400" dirty="0"/>
              <a:t> (</a:t>
            </a:r>
            <a:r>
              <a:rPr lang="en-US" altLang="en-US" sz="2400" b="1" dirty="0" err="1"/>
              <a:t>overrided</a:t>
            </a:r>
            <a:r>
              <a:rPr lang="en-US" altLang="en-US" sz="2400" dirty="0"/>
              <a:t>) nu se </a:t>
            </a:r>
            <a:r>
              <a:rPr lang="en-US" altLang="en-US" sz="2400" dirty="0" err="1"/>
              <a:t>va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decat</a:t>
            </a:r>
            <a:r>
              <a:rPr lang="en-US" altLang="en-US" sz="2400" dirty="0"/>
              <a:t> la </a:t>
            </a:r>
            <a:r>
              <a:rPr lang="en-US" altLang="en-US" sz="2400" dirty="0" err="1"/>
              <a:t>executie</a:t>
            </a:r>
            <a:r>
              <a:rPr lang="en-US" altLang="en-US" sz="2400" dirty="0"/>
              <a:t> care </a:t>
            </a:r>
            <a:r>
              <a:rPr lang="en-US" altLang="en-US" sz="2400" dirty="0" err="1"/>
              <a:t>dintre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metode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va</a:t>
            </a:r>
            <a:r>
              <a:rPr lang="en-US" altLang="en-US" sz="2400" dirty="0"/>
              <a:t> fi </a:t>
            </a:r>
            <a:r>
              <a:rPr lang="en-US" altLang="en-US" sz="2400" dirty="0" err="1"/>
              <a:t>apelata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La </a:t>
            </a:r>
            <a:r>
              <a:rPr lang="en-US" altLang="en-US" sz="2400" dirty="0" err="1"/>
              <a:t>apelarea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unei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metode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suprascrise</a:t>
            </a:r>
            <a:r>
              <a:rPr lang="en-US" altLang="en-US" sz="2400" dirty="0"/>
              <a:t>, Java nu </a:t>
            </a:r>
            <a:r>
              <a:rPr lang="ro-RO" altLang="en-US" sz="2400" dirty="0"/>
              <a:t>verifică </a:t>
            </a:r>
            <a:r>
              <a:rPr lang="en-US" altLang="en-US" sz="2400" dirty="0" err="1"/>
              <a:t>tipul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referintei</a:t>
            </a:r>
            <a:r>
              <a:rPr lang="en-US" altLang="en-US" sz="2400" dirty="0"/>
              <a:t> ci </a:t>
            </a:r>
            <a:r>
              <a:rPr lang="en-US" altLang="en-US" sz="2400" dirty="0" err="1"/>
              <a:t>tipul</a:t>
            </a:r>
            <a:r>
              <a:rPr lang="en-US" altLang="en-US" sz="2400" dirty="0"/>
              <a:t> intern al </a:t>
            </a:r>
            <a:r>
              <a:rPr lang="en-US" altLang="en-US" sz="2400" dirty="0" err="1"/>
              <a:t>obiectului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pentru</a:t>
            </a:r>
            <a:r>
              <a:rPr lang="en-US" altLang="en-US" sz="2400" dirty="0"/>
              <a:t> care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apelata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metoda</a:t>
            </a:r>
            <a:endParaRPr lang="en-US" altLang="en-US" sz="2400" dirty="0"/>
          </a:p>
          <a:p>
            <a:pPr eaLnBrk="1" hangingPunct="1"/>
            <a:r>
              <a:rPr lang="en-GB" sz="2400" dirty="0" err="1"/>
              <a:t>Legarea</a:t>
            </a:r>
            <a:r>
              <a:rPr lang="en-GB" sz="2400" dirty="0"/>
              <a:t> </a:t>
            </a:r>
            <a:r>
              <a:rPr lang="en-GB" sz="2400" dirty="0" err="1"/>
              <a:t>dinamică</a:t>
            </a:r>
            <a:r>
              <a:rPr lang="en-GB" sz="2400" dirty="0"/>
              <a:t> </a:t>
            </a:r>
            <a:r>
              <a:rPr lang="en-GB" sz="2400" dirty="0" err="1"/>
              <a:t>este</a:t>
            </a:r>
            <a:r>
              <a:rPr lang="en-GB" sz="2400" dirty="0"/>
              <a:t> </a:t>
            </a:r>
            <a:r>
              <a:rPr lang="en-GB" sz="2400" dirty="0" err="1"/>
              <a:t>mecanismul</a:t>
            </a:r>
            <a:r>
              <a:rPr lang="en-GB" sz="2400" dirty="0"/>
              <a:t> </a:t>
            </a:r>
            <a:r>
              <a:rPr lang="en-GB" sz="2400" dirty="0" err="1"/>
              <a:t>prin</a:t>
            </a:r>
            <a:r>
              <a:rPr lang="en-GB" sz="2400" dirty="0"/>
              <a:t> care </a:t>
            </a:r>
            <a:r>
              <a:rPr lang="en-GB" sz="2400" b="1" dirty="0" err="1"/>
              <a:t>metoda</a:t>
            </a:r>
            <a:r>
              <a:rPr lang="en-GB" sz="2400" b="1" dirty="0"/>
              <a:t> </a:t>
            </a:r>
            <a:r>
              <a:rPr lang="en-GB" sz="2400" b="1" dirty="0" err="1"/>
              <a:t>apelată</a:t>
            </a:r>
            <a:r>
              <a:rPr lang="en-GB" sz="2400" b="1" dirty="0"/>
              <a:t> </a:t>
            </a:r>
            <a:r>
              <a:rPr lang="en-GB" sz="2400" b="1" dirty="0" err="1"/>
              <a:t>este</a:t>
            </a:r>
            <a:r>
              <a:rPr lang="en-GB" sz="2400" b="1" dirty="0"/>
              <a:t> </a:t>
            </a:r>
            <a:r>
              <a:rPr lang="en-GB" sz="2400" b="1" dirty="0" err="1"/>
              <a:t>determinată</a:t>
            </a:r>
            <a:r>
              <a:rPr lang="en-GB" sz="2400" b="1" dirty="0"/>
              <a:t> </a:t>
            </a:r>
            <a:r>
              <a:rPr lang="en-GB" sz="2400" b="1" dirty="0" err="1"/>
              <a:t>în</a:t>
            </a:r>
            <a:r>
              <a:rPr lang="en-GB" sz="2400" b="1" dirty="0"/>
              <a:t> </a:t>
            </a:r>
            <a:r>
              <a:rPr lang="en-GB" sz="2400" b="1" dirty="0" err="1"/>
              <a:t>timpul</a:t>
            </a:r>
            <a:r>
              <a:rPr lang="en-GB" sz="2400" b="1" dirty="0"/>
              <a:t> </a:t>
            </a:r>
            <a:r>
              <a:rPr lang="en-GB" sz="2400" b="1" dirty="0" err="1"/>
              <a:t>execuției</a:t>
            </a:r>
            <a:r>
              <a:rPr lang="en-GB" sz="2400" dirty="0"/>
              <a:t>, nu la </a:t>
            </a:r>
            <a:r>
              <a:rPr lang="en-GB" sz="2400" dirty="0" err="1"/>
              <a:t>compilare</a:t>
            </a:r>
            <a:r>
              <a:rPr lang="en-GB" sz="2400" dirty="0"/>
              <a:t>.</a:t>
            </a:r>
            <a:endParaRPr lang="en-US" alt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CED054-53A9-9A04-96B5-3EC077415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779151"/>
              </p:ext>
            </p:extLst>
          </p:nvPr>
        </p:nvGraphicFramePr>
        <p:xfrm>
          <a:off x="963612" y="5171119"/>
          <a:ext cx="81534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4037742736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405030884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520056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Tip de </a:t>
                      </a:r>
                      <a:r>
                        <a:rPr lang="en-GB" dirty="0" err="1"/>
                        <a:t>legare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Exemple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733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Statică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La </a:t>
                      </a:r>
                      <a:r>
                        <a:rPr lang="en-GB" dirty="0" err="1"/>
                        <a:t>compilare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overloading, metode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final</a:t>
                      </a:r>
                      <a:r>
                        <a:rPr lang="en-GB"/>
                        <a:t>,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static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31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Dinamică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overriding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993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marL="1439863" eaLnBrk="1" hangingPunct="1"/>
            <a:r>
              <a:rPr lang="en-US" altLang="en-US"/>
              <a:t>Legarea dinamica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98638"/>
            <a:ext cx="9072562" cy="42830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Player p1 = new Mp3Player();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Player p2 = new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WavPlayer</a:t>
            </a:r>
            <a:r>
              <a:rPr lang="en-US" altLang="en-US" sz="24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p1.play();</a:t>
            </a:r>
            <a:r>
              <a:rPr lang="en-US" altLang="en-US" sz="2400" b="1" dirty="0">
                <a:latin typeface="Courier New" panose="02070309020205020404" pitchFamily="49" charset="0"/>
              </a:rPr>
              <a:t> /* Se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va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apela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metoda</a:t>
            </a:r>
            <a:r>
              <a:rPr lang="en-US" altLang="en-US" sz="2400" b="1" dirty="0">
                <a:latin typeface="Courier New" panose="02070309020205020404" pitchFamily="49" charset="0"/>
              </a:rPr>
              <a:t> play() a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clasei</a:t>
            </a:r>
            <a:r>
              <a:rPr lang="en-US" altLang="en-US" sz="2400" b="1" dirty="0">
                <a:latin typeface="Courier New" panose="02070309020205020404" pitchFamily="49" charset="0"/>
              </a:rPr>
              <a:t> Mp3Player */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p2.play();</a:t>
            </a:r>
            <a:r>
              <a:rPr lang="en-US" altLang="en-US" sz="2400" b="1" dirty="0">
                <a:latin typeface="Courier New" panose="02070309020205020404" pitchFamily="49" charset="0"/>
              </a:rPr>
              <a:t> /* Se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va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apela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metoda</a:t>
            </a:r>
            <a:r>
              <a:rPr lang="en-US" altLang="en-US" sz="2400" b="1" dirty="0">
                <a:latin typeface="Courier New" panose="02070309020205020404" pitchFamily="49" charset="0"/>
              </a:rPr>
              <a:t> play() a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clasei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WavPlayer</a:t>
            </a:r>
            <a:r>
              <a:rPr lang="en-US" altLang="en-US" sz="2400" b="1" dirty="0">
                <a:latin typeface="Courier New" panose="02070309020205020404" pitchFamily="49" charset="0"/>
              </a:rPr>
              <a:t> */</a:t>
            </a:r>
          </a:p>
          <a:p>
            <a:pPr eaLnBrk="1" hangingPunct="1">
              <a:buNone/>
            </a:pPr>
            <a:r>
              <a:rPr lang="it-IT" sz="2400" dirty="0"/>
              <a:t>Fiecare obiect execută versiunea proprie a metodei </a:t>
            </a:r>
            <a:r>
              <a:rPr lang="it-IT" dirty="0"/>
              <a:t>play()</a:t>
            </a:r>
            <a:r>
              <a:rPr lang="it-IT" sz="2400" dirty="0"/>
              <a:t>.</a:t>
            </a:r>
            <a:endParaRPr lang="en-US" altLang="en-US" sz="24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Erori : Cuprins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>
                <a:solidFill>
                  <a:srgbClr val="FF0000"/>
                </a:solidFill>
              </a:rPr>
              <a:t> 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Crearea unei exceptii proprii</a:t>
            </a:r>
            <a:endParaRPr lang="en-US" altLang="en-US" sz="4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50838"/>
            <a:ext cx="9072562" cy="1219200"/>
          </a:xfrm>
        </p:spPr>
        <p:txBody>
          <a:bodyPr/>
          <a:lstStyle/>
          <a:p>
            <a:pPr eaLnBrk="1" hangingPunct="1"/>
            <a:r>
              <a:rPr lang="en-US" altLang="en-US"/>
              <a:t>Tipuri de erori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93838"/>
            <a:ext cx="9072562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b="1" dirty="0" err="1"/>
              <a:t>Erori</a:t>
            </a:r>
            <a:r>
              <a:rPr lang="en-US" altLang="en-US" sz="3200" b="1" dirty="0"/>
              <a:t> de </a:t>
            </a:r>
            <a:r>
              <a:rPr lang="en-US" altLang="en-US" sz="3200" b="1" dirty="0" err="1"/>
              <a:t>compilare</a:t>
            </a:r>
            <a:endParaRPr lang="en-US" altLang="en-US" sz="3200" b="1" dirty="0"/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dirty="0"/>
              <a:t>Sunt </a:t>
            </a:r>
            <a:r>
              <a:rPr lang="en-US" altLang="en-US" sz="3200" dirty="0" err="1"/>
              <a:t>detectate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corectate</a:t>
            </a:r>
            <a:r>
              <a:rPr lang="en-US" altLang="en-US" sz="3200" dirty="0"/>
              <a:t> in </a:t>
            </a:r>
            <a:r>
              <a:rPr lang="en-US" altLang="en-US" sz="3200" dirty="0" err="1"/>
              <a:t>faza</a:t>
            </a:r>
            <a:r>
              <a:rPr lang="en-US" altLang="en-US" sz="3200" dirty="0"/>
              <a:t> de </a:t>
            </a:r>
            <a:r>
              <a:rPr lang="en-US" altLang="en-US" sz="3200" dirty="0" err="1"/>
              <a:t>compilare</a:t>
            </a:r>
            <a:endParaRPr lang="en-US" altLang="en-US" sz="3200" dirty="0"/>
          </a:p>
          <a:p>
            <a:pPr eaLnBrk="1" hangingPunct="1">
              <a:lnSpc>
                <a:spcPct val="83000"/>
              </a:lnSpc>
            </a:pPr>
            <a:r>
              <a:rPr lang="en-US" altLang="en-US" sz="3200" b="1" dirty="0" err="1"/>
              <a:t>Erori</a:t>
            </a:r>
            <a:r>
              <a:rPr lang="en-US" altLang="en-US" sz="3200" b="1" dirty="0"/>
              <a:t> de </a:t>
            </a:r>
            <a:r>
              <a:rPr lang="en-US" altLang="en-US" sz="3200" b="1" dirty="0" err="1"/>
              <a:t>executie</a:t>
            </a:r>
            <a:endParaRPr lang="en-US" altLang="en-US" sz="3200" b="1" dirty="0"/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dirty="0"/>
              <a:t>Sunt </a:t>
            </a:r>
            <a:r>
              <a:rPr lang="en-US" altLang="en-US" sz="3200" dirty="0" err="1"/>
              <a:t>erori</a:t>
            </a:r>
            <a:r>
              <a:rPr lang="en-US" altLang="en-US" sz="3200" dirty="0"/>
              <a:t> care nu pot fi </a:t>
            </a:r>
            <a:r>
              <a:rPr lang="en-US" altLang="en-US" sz="3200" dirty="0" err="1"/>
              <a:t>detectate</a:t>
            </a:r>
            <a:r>
              <a:rPr lang="en-US" altLang="en-US" sz="3200" dirty="0"/>
              <a:t> la </a:t>
            </a:r>
            <a:r>
              <a:rPr lang="en-US" altLang="en-US" sz="3200" dirty="0" err="1"/>
              <a:t>compilare</a:t>
            </a:r>
            <a:r>
              <a:rPr lang="en-US" altLang="en-US" sz="3200" dirty="0"/>
              <a:t>: </a:t>
            </a:r>
            <a:r>
              <a:rPr lang="en-US" altLang="en-US" sz="3200" dirty="0" err="1"/>
              <a:t>accesarea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unor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elemente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inexistente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fisiere</a:t>
            </a:r>
            <a:r>
              <a:rPr lang="en-US" altLang="en-US" sz="3200" dirty="0"/>
              <a:t> care nu </a:t>
            </a:r>
            <a:r>
              <a:rPr lang="en-US" altLang="en-US" sz="3200" dirty="0" err="1"/>
              <a:t>exista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conexiuni</a:t>
            </a:r>
            <a:r>
              <a:rPr lang="en-US" altLang="en-US" sz="3200" dirty="0"/>
              <a:t> de </a:t>
            </a:r>
            <a:r>
              <a:rPr lang="en-US" altLang="en-US" sz="3200" dirty="0" err="1"/>
              <a:t>retea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gresite</a:t>
            </a:r>
            <a:r>
              <a:rPr lang="en-US" altLang="en-US" sz="3200" dirty="0"/>
              <a:t>, etc.</a:t>
            </a:r>
          </a:p>
          <a:p>
            <a:pPr eaLnBrk="1" hangingPunct="1">
              <a:lnSpc>
                <a:spcPct val="83000"/>
              </a:lnSpc>
            </a:pPr>
            <a:r>
              <a:rPr lang="en-US" altLang="en-US" sz="3200" b="1" dirty="0" err="1"/>
              <a:t>Erori</a:t>
            </a:r>
            <a:r>
              <a:rPr lang="en-US" altLang="en-US" sz="3200" b="1" dirty="0"/>
              <a:t> </a:t>
            </a:r>
            <a:r>
              <a:rPr lang="en-US" altLang="en-US" sz="3200" b="1" dirty="0" err="1"/>
              <a:t>logice</a:t>
            </a:r>
            <a:endParaRPr lang="en-US" altLang="en-US" sz="3200" b="1" dirty="0"/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dirty="0" err="1"/>
              <a:t>Programul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functioneaza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dar</a:t>
            </a:r>
            <a:r>
              <a:rPr lang="en-US" altLang="en-US" sz="3200" dirty="0"/>
              <a:t> nu face </a:t>
            </a:r>
            <a:r>
              <a:rPr lang="en-US" altLang="en-US" sz="3200" dirty="0" err="1"/>
              <a:t>ce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trebuie</a:t>
            </a:r>
            <a:endParaRPr lang="en-US" altLang="en-US" sz="3200" dirty="0"/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dirty="0"/>
              <a:t>Nu pot fi </a:t>
            </a:r>
            <a:r>
              <a:rPr lang="en-US" altLang="en-US" sz="3200" dirty="0" err="1"/>
              <a:t>detectate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decat</a:t>
            </a:r>
            <a:r>
              <a:rPr lang="en-US" altLang="en-US" sz="3200" dirty="0"/>
              <a:t> din </a:t>
            </a:r>
            <a:r>
              <a:rPr lang="en-US" altLang="en-US" sz="3200" dirty="0" err="1"/>
              <a:t>functionalitatea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programului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3431-1AC8-9FF5-FF85-C85C26BD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B51A6BF-4518-E52B-4614-E734C525DB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50838"/>
            <a:ext cx="9072562" cy="1219200"/>
          </a:xfrm>
        </p:spPr>
        <p:txBody>
          <a:bodyPr/>
          <a:lstStyle/>
          <a:p>
            <a:pPr eaLnBrk="1" hangingPunct="1"/>
            <a:r>
              <a:rPr lang="en-US" altLang="en-US" sz="3600" dirty="0" err="1"/>
              <a:t>Tipuri</a:t>
            </a:r>
            <a:r>
              <a:rPr lang="en-US" altLang="en-US" sz="3600" dirty="0"/>
              <a:t> de </a:t>
            </a:r>
            <a:r>
              <a:rPr lang="en-US" altLang="en-US" sz="3600" dirty="0" err="1"/>
              <a:t>erori</a:t>
            </a:r>
            <a:r>
              <a:rPr lang="en-US" altLang="en-US" sz="3600" dirty="0"/>
              <a:t>. </a:t>
            </a:r>
            <a:r>
              <a:rPr lang="en-GB" sz="3600" dirty="0" err="1"/>
              <a:t>Exemple</a:t>
            </a:r>
            <a:r>
              <a:rPr lang="en-GB" sz="3600" dirty="0"/>
              <a:t> concrete de cod </a:t>
            </a:r>
            <a:r>
              <a:rPr lang="en-GB" sz="3600" dirty="0" err="1"/>
              <a:t>pentru</a:t>
            </a:r>
            <a:r>
              <a:rPr lang="en-GB" sz="3600" dirty="0"/>
              <a:t> </a:t>
            </a:r>
            <a:r>
              <a:rPr lang="en-GB" sz="3600" dirty="0" err="1"/>
              <a:t>fiecare</a:t>
            </a:r>
            <a:r>
              <a:rPr lang="en-GB" sz="3600" dirty="0"/>
              <a:t> tip de </a:t>
            </a:r>
            <a:r>
              <a:rPr lang="en-GB" sz="3600" dirty="0" err="1"/>
              <a:t>eroare</a:t>
            </a:r>
            <a:endParaRPr lang="en-US" altLang="en-US" sz="3600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D5E1852-74C3-EB5A-5C68-FC7EA4395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112" y="1570038"/>
            <a:ext cx="9072562" cy="4283075"/>
          </a:xfrm>
        </p:spPr>
        <p:txBody>
          <a:bodyPr/>
          <a:lstStyle/>
          <a:p>
            <a:r>
              <a:rPr lang="en-GB" sz="2400" dirty="0">
                <a:highlight>
                  <a:srgbClr val="FFFFFF"/>
                </a:highlight>
              </a:rPr>
              <a:t>🧩</a:t>
            </a:r>
            <a:r>
              <a:rPr lang="en-GB" sz="2400" dirty="0" err="1">
                <a:highlight>
                  <a:srgbClr val="FFFFFF"/>
                </a:highlight>
              </a:rPr>
              <a:t>Eroare</a:t>
            </a:r>
            <a:r>
              <a:rPr lang="en-GB" sz="2400" dirty="0">
                <a:highlight>
                  <a:srgbClr val="FFFFFF"/>
                </a:highlight>
              </a:rPr>
              <a:t> de </a:t>
            </a:r>
            <a:r>
              <a:rPr lang="en-GB" sz="2400" dirty="0" err="1">
                <a:highlight>
                  <a:srgbClr val="FFFFFF"/>
                </a:highlight>
              </a:rPr>
              <a:t>compilare</a:t>
            </a:r>
            <a:r>
              <a:rPr lang="en-GB" sz="2400" dirty="0">
                <a:highlight>
                  <a:srgbClr val="FFFFFF"/>
                </a:highlight>
              </a:rPr>
              <a:t>:</a:t>
            </a:r>
            <a:endParaRPr lang="en-GB" sz="2400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dirty="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"text"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eroare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: tip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incompatibil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y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eroare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: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variabila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y nu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este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definită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endParaRPr lang="en-GB" sz="2400" dirty="0">
              <a:highlight>
                <a:srgbClr val="FFFFFF"/>
              </a:highlight>
            </a:endParaRPr>
          </a:p>
          <a:p>
            <a:r>
              <a:rPr lang="en-GB" sz="2400" dirty="0">
                <a:highlight>
                  <a:srgbClr val="FFFFFF"/>
                </a:highlight>
              </a:rPr>
              <a:t>⚙️</a:t>
            </a:r>
            <a:r>
              <a:rPr lang="en-GB" sz="2400" dirty="0" err="1">
                <a:highlight>
                  <a:srgbClr val="FFFFFF"/>
                </a:highlight>
              </a:rPr>
              <a:t>Eroare</a:t>
            </a:r>
            <a:r>
              <a:rPr lang="en-GB" sz="2400" dirty="0">
                <a:highlight>
                  <a:srgbClr val="FFFFFF"/>
                </a:highlight>
              </a:rPr>
              <a:t> de </a:t>
            </a:r>
            <a:r>
              <a:rPr lang="en-GB" sz="2400" dirty="0" err="1">
                <a:highlight>
                  <a:srgbClr val="FFFFFF"/>
                </a:highlight>
              </a:rPr>
              <a:t>execuție</a:t>
            </a:r>
            <a:r>
              <a:rPr lang="en-GB" sz="2400" dirty="0">
                <a:highlight>
                  <a:srgbClr val="FFFFFF"/>
                </a:highlight>
              </a:rPr>
              <a:t>: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a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a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5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]);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ArrayIndexOutOfBoundsException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sau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s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null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GB" sz="20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length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NullPointerException</a:t>
            </a:r>
            <a:endParaRPr lang="en-GB" sz="20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endParaRPr lang="en-GB" sz="2400" dirty="0">
              <a:highlight>
                <a:srgbClr val="FFFFFF"/>
              </a:highlight>
            </a:endParaRPr>
          </a:p>
          <a:p>
            <a:r>
              <a:rPr lang="en-GB" sz="2400" dirty="0">
                <a:highlight>
                  <a:srgbClr val="FFFFFF"/>
                </a:highlight>
              </a:rPr>
              <a:t>💡</a:t>
            </a:r>
            <a:r>
              <a:rPr lang="en-GB" sz="2400" dirty="0" err="1">
                <a:highlight>
                  <a:srgbClr val="FFFFFF"/>
                </a:highlight>
              </a:rPr>
              <a:t>Eroare</a:t>
            </a:r>
            <a:r>
              <a:rPr lang="en-GB" sz="2400" dirty="0">
                <a:highlight>
                  <a:srgbClr val="FFFFFF"/>
                </a:highlight>
              </a:rPr>
              <a:t> </a:t>
            </a:r>
            <a:r>
              <a:rPr lang="en-GB" sz="2400" dirty="0" err="1">
                <a:highlight>
                  <a:srgbClr val="FFFFFF"/>
                </a:highlight>
              </a:rPr>
              <a:t>logică</a:t>
            </a:r>
            <a:r>
              <a:rPr lang="en-GB" sz="2400" dirty="0">
                <a:highlight>
                  <a:srgbClr val="FFFFFF"/>
                </a:highlight>
              </a:rPr>
              <a:t>: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/>
            <a:r>
              <a:rPr lang="en-GB" sz="20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rezultat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/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>
                <a:solidFill>
                  <a:srgbClr val="FF8000"/>
                </a:solidFill>
                <a:highlight>
                  <a:srgbClr val="FFFFFF"/>
                </a:highlight>
              </a:rPr>
              <a:t>2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corect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ar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fi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trebuit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10 * 2</a:t>
            </a:r>
          </a:p>
          <a:p>
            <a:pPr lvl="1"/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0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GB" sz="20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Rezultat</a:t>
            </a:r>
            <a:r>
              <a:rPr lang="en-GB" sz="2000" b="0" dirty="0">
                <a:solidFill>
                  <a:srgbClr val="808080"/>
                </a:solidFill>
                <a:highlight>
                  <a:srgbClr val="FFFFFF"/>
                </a:highlight>
              </a:rPr>
              <a:t>: "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rezultat</a:t>
            </a:r>
            <a:r>
              <a:rPr lang="en-GB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r>
              <a:rPr lang="en-GB" sz="2000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funcționează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,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dar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</a:t>
            </a:r>
            <a:r>
              <a:rPr lang="en-GB" sz="20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greșit</a:t>
            </a:r>
            <a:r>
              <a:rPr lang="en-GB" sz="2000" b="0" dirty="0">
                <a:solidFill>
                  <a:srgbClr val="008000"/>
                </a:solidFill>
                <a:highlight>
                  <a:srgbClr val="FFFFFF"/>
                </a:highlight>
              </a:rPr>
              <a:t> logic</a:t>
            </a:r>
          </a:p>
          <a:p>
            <a:pPr eaLnBrk="1" hangingPunct="1">
              <a:lnSpc>
                <a:spcPct val="83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5459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/>
              <a:t>Acțiuni recomandate la apariția unei erori</a:t>
            </a:r>
            <a:endParaRPr lang="en-US" alt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7" y="2560637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La </a:t>
            </a:r>
            <a:r>
              <a:rPr lang="en-US" altLang="en-US" sz="3200" dirty="0" err="1"/>
              <a:t>aparitia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unei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erori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trebuie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realizate</a:t>
            </a:r>
            <a:r>
              <a:rPr lang="en-US" altLang="en-US" sz="3200" dirty="0"/>
              <a:t> cel </a:t>
            </a:r>
            <a:r>
              <a:rPr lang="en-US" altLang="en-US" sz="3200" dirty="0" err="1"/>
              <a:t>putin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urmatoarele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lucruri</a:t>
            </a:r>
            <a:endParaRPr lang="en-US" altLang="en-US" sz="3200" dirty="0"/>
          </a:p>
          <a:p>
            <a:pPr marL="503237" lvl="1" indent="0" eaLnBrk="1" hangingPunct="1">
              <a:buNone/>
            </a:pPr>
            <a:r>
              <a:rPr lang="en-GB" sz="3200" dirty="0"/>
              <a:t>🔔 </a:t>
            </a:r>
            <a:r>
              <a:rPr lang="en-US" altLang="en-US" sz="3200" dirty="0" err="1"/>
              <a:t>Informarea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utilizatorului</a:t>
            </a:r>
            <a:r>
              <a:rPr lang="en-US" altLang="en-US" sz="3200" dirty="0"/>
              <a:t> ca a </a:t>
            </a:r>
            <a:r>
              <a:rPr lang="en-US" altLang="en-US" sz="3200" dirty="0" err="1"/>
              <a:t>aparut</a:t>
            </a:r>
            <a:r>
              <a:rPr lang="en-US" altLang="en-US" sz="3200" dirty="0"/>
              <a:t> o </a:t>
            </a:r>
            <a:r>
              <a:rPr lang="en-US" altLang="en-US" sz="3200" dirty="0" err="1"/>
              <a:t>eroare</a:t>
            </a:r>
            <a:endParaRPr lang="en-US" altLang="en-US" sz="3200" dirty="0"/>
          </a:p>
          <a:p>
            <a:pPr marL="503237" lvl="1" indent="0" eaLnBrk="1" hangingPunct="1">
              <a:buNone/>
            </a:pPr>
            <a:r>
              <a:rPr lang="en-GB" sz="3200" dirty="0"/>
              <a:t>💾</a:t>
            </a:r>
            <a:r>
              <a:rPr lang="en-US" altLang="en-US" sz="3200" dirty="0" err="1"/>
              <a:t>Salvarea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datelor</a:t>
            </a:r>
            <a:endParaRPr lang="en-US" altLang="en-US" sz="3200" dirty="0"/>
          </a:p>
          <a:p>
            <a:pPr marL="503237" lvl="1" indent="0" eaLnBrk="1" hangingPunct="1">
              <a:buNone/>
            </a:pPr>
            <a:r>
              <a:rPr lang="en-GB" sz="3200" dirty="0"/>
              <a:t>🚪 </a:t>
            </a:r>
            <a:r>
              <a:rPr lang="en-US" altLang="en-US" sz="3200" dirty="0" err="1"/>
              <a:t>Permiterea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utilizatorului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iasa</a:t>
            </a:r>
            <a:r>
              <a:rPr lang="en-US" altLang="en-US" sz="3200" dirty="0"/>
              <a:t> din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50838"/>
            <a:ext cx="9072562" cy="1512887"/>
          </a:xfrm>
        </p:spPr>
        <p:txBody>
          <a:bodyPr/>
          <a:lstStyle/>
          <a:p>
            <a:pPr eaLnBrk="1" hangingPunct="1"/>
            <a:r>
              <a:rPr lang="en-GB" dirty="0" err="1"/>
              <a:t>Mecanisme</a:t>
            </a:r>
            <a:r>
              <a:rPr lang="en-GB" dirty="0"/>
              <a:t> </a:t>
            </a:r>
            <a:r>
              <a:rPr lang="en-GB" dirty="0" err="1"/>
              <a:t>clasice</a:t>
            </a:r>
            <a:r>
              <a:rPr lang="en-GB" dirty="0"/>
              <a:t> de </a:t>
            </a:r>
            <a:r>
              <a:rPr lang="en-GB" dirty="0" err="1"/>
              <a:t>tratare</a:t>
            </a:r>
            <a:r>
              <a:rPr lang="en-GB" dirty="0"/>
              <a:t> a </a:t>
            </a:r>
            <a:r>
              <a:rPr lang="en-GB" dirty="0" err="1"/>
              <a:t>erorilor</a:t>
            </a:r>
            <a:r>
              <a:rPr lang="en-GB" dirty="0"/>
              <a:t> (</a:t>
            </a:r>
            <a:r>
              <a:rPr lang="en-GB" dirty="0" err="1"/>
              <a:t>înainte</a:t>
            </a:r>
            <a:r>
              <a:rPr lang="en-GB" dirty="0"/>
              <a:t> de </a:t>
            </a:r>
            <a:r>
              <a:rPr lang="en-GB" dirty="0" err="1"/>
              <a:t>excepții</a:t>
            </a:r>
            <a:r>
              <a:rPr lang="en-GB" dirty="0"/>
              <a:t>)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27237"/>
            <a:ext cx="9296399" cy="4283075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Mecanismele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tratare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erorilor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propun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detectarea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corectarea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erorilor</a:t>
            </a:r>
            <a:r>
              <a:rPr lang="en-US" altLang="en-US" sz="2800" b="1" dirty="0"/>
              <a:t> de </a:t>
            </a:r>
            <a:r>
              <a:rPr lang="en-US" altLang="en-US" sz="2800" b="1" dirty="0" err="1"/>
              <a:t>executie</a:t>
            </a:r>
            <a:endParaRPr lang="en-US" altLang="en-US" sz="2800" b="1" dirty="0"/>
          </a:p>
          <a:p>
            <a:pPr eaLnBrk="1" hangingPunct="1"/>
            <a:r>
              <a:rPr lang="en-GB" sz="2800" dirty="0" err="1"/>
              <a:t>În</a:t>
            </a:r>
            <a:r>
              <a:rPr lang="en-GB" sz="2800" dirty="0"/>
              <a:t> C, </a:t>
            </a:r>
            <a:r>
              <a:rPr lang="en-GB" sz="2800" dirty="0" err="1"/>
              <a:t>programatorul</a:t>
            </a:r>
            <a:r>
              <a:rPr lang="en-GB" sz="2800" dirty="0"/>
              <a:t> </a:t>
            </a:r>
            <a:r>
              <a:rPr lang="en-GB" sz="2800" dirty="0" err="1"/>
              <a:t>trebuie</a:t>
            </a:r>
            <a:r>
              <a:rPr lang="en-GB" sz="2800" dirty="0"/>
              <a:t> </a:t>
            </a:r>
            <a:r>
              <a:rPr lang="en-GB" sz="2800" b="1" dirty="0" err="1"/>
              <a:t>să</a:t>
            </a:r>
            <a:r>
              <a:rPr lang="en-GB" sz="2800" b="1" dirty="0"/>
              <a:t> </a:t>
            </a:r>
            <a:r>
              <a:rPr lang="en-GB" sz="2800" b="1" dirty="0" err="1"/>
              <a:t>testeze</a:t>
            </a:r>
            <a:r>
              <a:rPr lang="en-GB" sz="2800" b="1" dirty="0"/>
              <a:t> manual</a:t>
            </a:r>
            <a:r>
              <a:rPr lang="en-GB" sz="2800" dirty="0"/>
              <a:t> </a:t>
            </a:r>
            <a:r>
              <a:rPr lang="en-GB" sz="2800" dirty="0" err="1"/>
              <a:t>starea</a:t>
            </a:r>
            <a:r>
              <a:rPr lang="en-GB" sz="2800" dirty="0"/>
              <a:t> </a:t>
            </a:r>
            <a:r>
              <a:rPr lang="en-GB" sz="2800" dirty="0" err="1"/>
              <a:t>după</a:t>
            </a:r>
            <a:r>
              <a:rPr lang="en-GB" sz="2800" dirty="0"/>
              <a:t> </a:t>
            </a:r>
            <a:r>
              <a:rPr lang="en-GB" sz="2800" dirty="0" err="1"/>
              <a:t>fiecare</a:t>
            </a:r>
            <a:r>
              <a:rPr lang="en-GB" sz="2800" dirty="0"/>
              <a:t> </a:t>
            </a:r>
            <a:r>
              <a:rPr lang="en-GB" sz="2800" dirty="0" err="1"/>
              <a:t>operație</a:t>
            </a:r>
            <a:endParaRPr lang="en-US" altLang="en-US" sz="2800" b="1" dirty="0"/>
          </a:p>
          <a:p>
            <a:pPr eaLnBrk="1" hangingPunct="1"/>
            <a:r>
              <a:rPr lang="en-US" altLang="en-US" sz="2800" dirty="0" err="1"/>
              <a:t>Mecanismele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clasice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tratare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erorilor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presupun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folosirea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unor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variabile</a:t>
            </a:r>
            <a:r>
              <a:rPr lang="en-US" altLang="en-US" sz="2800" dirty="0"/>
              <a:t> (flag-</a:t>
            </a:r>
            <a:r>
              <a:rPr lang="en-US" altLang="en-US" sz="2800" dirty="0" err="1"/>
              <a:t>uri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pentru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testa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starea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programului</a:t>
            </a:r>
            <a:r>
              <a:rPr lang="en-US" altLang="en-US" sz="2800" dirty="0"/>
              <a:t>.</a:t>
            </a:r>
          </a:p>
          <a:p>
            <a:pPr lvl="1" eaLnBrk="1" hangingPunct="1"/>
            <a:r>
              <a:rPr lang="en-US" altLang="en-US" sz="2400" dirty="0"/>
              <a:t>Ex: </a:t>
            </a:r>
            <a:r>
              <a:rPr lang="en-US" altLang="en-US" sz="2400" dirty="0" err="1"/>
              <a:t>dupa</a:t>
            </a:r>
            <a:r>
              <a:rPr lang="en-US" altLang="en-US" sz="2400" dirty="0"/>
              <a:t> o </a:t>
            </a:r>
            <a:r>
              <a:rPr lang="en-US" altLang="en-US" sz="2400" dirty="0" err="1"/>
              <a:t>operatie</a:t>
            </a:r>
            <a:r>
              <a:rPr lang="en-US" altLang="en-US" sz="2400" dirty="0"/>
              <a:t> cu </a:t>
            </a:r>
            <a:r>
              <a:rPr lang="en-US" altLang="en-US" sz="2400" dirty="0" err="1"/>
              <a:t>fisiere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daca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apare</a:t>
            </a:r>
            <a:r>
              <a:rPr lang="en-US" altLang="en-US" sz="2400" dirty="0"/>
              <a:t> o </a:t>
            </a:r>
            <a:r>
              <a:rPr lang="en-US" altLang="en-US" sz="2400" dirty="0" err="1"/>
              <a:t>eroare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aceasta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scrisa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intr</a:t>
            </a:r>
            <a:r>
              <a:rPr lang="en-US" altLang="en-US" sz="2400" dirty="0"/>
              <a:t>-o </a:t>
            </a:r>
            <a:r>
              <a:rPr lang="en-US" altLang="en-US" sz="2400" dirty="0" err="1"/>
              <a:t>variabila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trebuie</a:t>
            </a:r>
            <a:r>
              <a:rPr lang="en-US" altLang="en-US" sz="2400" dirty="0"/>
              <a:t> testata</a:t>
            </a:r>
          </a:p>
          <a:p>
            <a:pPr eaLnBrk="1" hangingPunct="1"/>
            <a:r>
              <a:rPr lang="en-GB" sz="2800" dirty="0" err="1"/>
              <a:t>În</a:t>
            </a:r>
            <a:r>
              <a:rPr lang="en-GB" sz="2800" dirty="0"/>
              <a:t> </a:t>
            </a:r>
            <a:r>
              <a:rPr lang="en-GB" sz="2800" dirty="0">
                <a:ea typeface="+mn-ea"/>
                <a:cs typeface="+mn-cs"/>
              </a:rPr>
              <a:t>Java</a:t>
            </a:r>
            <a:r>
              <a:rPr lang="en-GB" sz="2800" dirty="0"/>
              <a:t>, </a:t>
            </a:r>
            <a:r>
              <a:rPr lang="en-GB" sz="2800" dirty="0" err="1"/>
              <a:t>acest</a:t>
            </a:r>
            <a:r>
              <a:rPr lang="en-GB" sz="2800" dirty="0"/>
              <a:t> </a:t>
            </a:r>
            <a:r>
              <a:rPr lang="en-GB" sz="2800" dirty="0" err="1"/>
              <a:t>rol</a:t>
            </a:r>
            <a:r>
              <a:rPr lang="en-GB" sz="2800" dirty="0"/>
              <a:t> </a:t>
            </a:r>
            <a:r>
              <a:rPr lang="en-GB" sz="2800" dirty="0" err="1"/>
              <a:t>este</a:t>
            </a:r>
            <a:r>
              <a:rPr lang="en-GB" sz="2800" dirty="0"/>
              <a:t> </a:t>
            </a:r>
            <a:r>
              <a:rPr lang="en-GB" sz="2800" dirty="0" err="1"/>
              <a:t>preluat</a:t>
            </a:r>
            <a:r>
              <a:rPr lang="en-GB" sz="2800" dirty="0"/>
              <a:t> de </a:t>
            </a:r>
            <a:r>
              <a:rPr lang="en-GB" sz="2800" b="1" dirty="0" err="1"/>
              <a:t>mecanismul</a:t>
            </a:r>
            <a:r>
              <a:rPr lang="en-GB" sz="2800" b="1" dirty="0"/>
              <a:t> </a:t>
            </a:r>
            <a:r>
              <a:rPr lang="en-GB" sz="2800" b="1" dirty="0" err="1"/>
              <a:t>excepțiilor</a:t>
            </a:r>
            <a:r>
              <a:rPr lang="en-GB" sz="2800" dirty="0"/>
              <a:t>, care </a:t>
            </a:r>
            <a:r>
              <a:rPr lang="en-GB" sz="2800" dirty="0" err="1"/>
              <a:t>simplifică</a:t>
            </a:r>
            <a:r>
              <a:rPr lang="en-GB" sz="2800" dirty="0"/>
              <a:t> </a:t>
            </a:r>
            <a:r>
              <a:rPr lang="en-GB" sz="2800" dirty="0" err="1"/>
              <a:t>codul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Tratarea erorilor in Java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27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La </a:t>
            </a:r>
            <a:r>
              <a:rPr lang="en-US" altLang="en-US" sz="3200" dirty="0" err="1"/>
              <a:t>aparitia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unei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exceptii</a:t>
            </a:r>
            <a:r>
              <a:rPr lang="en-US" altLang="en-US" sz="3200" dirty="0"/>
              <a:t>:</a:t>
            </a:r>
          </a:p>
          <a:p>
            <a:pPr lvl="1" eaLnBrk="1" hangingPunct="1"/>
            <a:r>
              <a:rPr lang="en-US" altLang="en-US" sz="3200" dirty="0"/>
              <a:t>se </a:t>
            </a:r>
            <a:r>
              <a:rPr lang="en-US" altLang="en-US" sz="3200" dirty="0" err="1"/>
              <a:t>intrerupe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executia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normala</a:t>
            </a:r>
            <a:r>
              <a:rPr lang="en-US" altLang="en-US" sz="3200" dirty="0"/>
              <a:t> a </a:t>
            </a:r>
            <a:r>
              <a:rPr lang="en-US" altLang="en-US" sz="3200" dirty="0" err="1"/>
              <a:t>programului</a:t>
            </a:r>
            <a:endParaRPr lang="en-US" altLang="en-US" sz="3200" dirty="0"/>
          </a:p>
          <a:p>
            <a:pPr lvl="1" eaLnBrk="1" hangingPunct="1"/>
            <a:r>
              <a:rPr lang="en-US" altLang="en-US" sz="3200" dirty="0"/>
              <a:t>se </a:t>
            </a:r>
            <a:r>
              <a:rPr lang="en-US" altLang="en-US" sz="3200" dirty="0" err="1"/>
              <a:t>creeaza</a:t>
            </a:r>
            <a:r>
              <a:rPr lang="en-US" altLang="en-US" sz="3200" dirty="0"/>
              <a:t> un </a:t>
            </a:r>
            <a:r>
              <a:rPr lang="en-US" altLang="en-US" sz="3200" dirty="0" err="1"/>
              <a:t>obiect</a:t>
            </a:r>
            <a:r>
              <a:rPr lang="en-US" altLang="en-US" sz="3200" dirty="0"/>
              <a:t> de tip </a:t>
            </a:r>
            <a:r>
              <a:rPr lang="en-US" altLang="en-US" sz="3200" dirty="0" err="1"/>
              <a:t>exceptie</a:t>
            </a:r>
            <a:endParaRPr lang="en-US" altLang="en-US" sz="3200" dirty="0"/>
          </a:p>
          <a:p>
            <a:pPr lvl="1" eaLnBrk="1" hangingPunct="1"/>
            <a:r>
              <a:rPr lang="en-US" altLang="en-US" sz="3200" dirty="0"/>
              <a:t>se </a:t>
            </a:r>
            <a:r>
              <a:rPr lang="en-US" altLang="en-US" sz="3200" dirty="0" err="1"/>
              <a:t>cauta</a:t>
            </a:r>
            <a:r>
              <a:rPr lang="en-US" altLang="en-US" sz="3200" dirty="0"/>
              <a:t> un handler </a:t>
            </a:r>
            <a:r>
              <a:rPr lang="en-US" altLang="en-US" sz="3200" dirty="0" err="1"/>
              <a:t>pentru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rezolvarea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acelei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exceptii</a:t>
            </a:r>
            <a:endParaRPr lang="en-US" altLang="en-US" sz="3200" dirty="0"/>
          </a:p>
          <a:p>
            <a:pPr lvl="1" eaLnBrk="1" hangingPunct="1"/>
            <a:r>
              <a:rPr lang="en-US" altLang="en-US" sz="3200" dirty="0" err="1"/>
              <a:t>daca</a:t>
            </a:r>
            <a:r>
              <a:rPr lang="en-US" altLang="en-US" sz="3200" dirty="0"/>
              <a:t> nu se </a:t>
            </a:r>
            <a:r>
              <a:rPr lang="en-US" altLang="en-US" sz="3200" dirty="0" err="1"/>
              <a:t>gaseste</a:t>
            </a:r>
            <a:r>
              <a:rPr lang="en-US" altLang="en-US" sz="3200" dirty="0"/>
              <a:t> un handler </a:t>
            </a:r>
            <a:r>
              <a:rPr lang="en-US" altLang="en-US" sz="3200" dirty="0" err="1"/>
              <a:t>programul</a:t>
            </a:r>
            <a:r>
              <a:rPr lang="en-US" altLang="en-US" sz="3200" dirty="0"/>
              <a:t> se </a:t>
            </a:r>
            <a:r>
              <a:rPr lang="en-US" altLang="en-US" sz="3200" dirty="0" err="1"/>
              <a:t>va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opri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503238"/>
            <a:ext cx="9072563" cy="1143000"/>
          </a:xfrm>
        </p:spPr>
        <p:txBody>
          <a:bodyPr/>
          <a:lstStyle/>
          <a:p>
            <a:pPr eaLnBrk="1" hangingPunct="1"/>
            <a:r>
              <a:rPr lang="en-US" altLang="en-US"/>
              <a:t>Aruncarea unei exceptii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224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/>
              <a:t>Detectarea unei conditii de eroare si generarea unei exceptii se numeste “</a:t>
            </a:r>
            <a:r>
              <a:rPr lang="en-US" altLang="en-US" sz="3600" b="1"/>
              <a:t>aruncarea</a:t>
            </a:r>
            <a:r>
              <a:rPr lang="en-US" altLang="en-US" sz="3600"/>
              <a:t> unei exceptii” (throw)</a:t>
            </a:r>
          </a:p>
          <a:p>
            <a:pPr eaLnBrk="1" hangingPunct="1"/>
            <a:r>
              <a:rPr lang="en-US" altLang="en-US" sz="3600"/>
              <a:t>Compilatorul obliga orice metoda care poate genera o exceptie sa </a:t>
            </a:r>
            <a:r>
              <a:rPr lang="en-US" altLang="en-US" sz="3600" b="1"/>
              <a:t>declare</a:t>
            </a:r>
            <a:r>
              <a:rPr lang="en-US" altLang="en-US" sz="3600"/>
              <a:t> lucrul acesta in definitia ei</a:t>
            </a:r>
          </a:p>
          <a:p>
            <a:pPr eaLnBrk="1" hangingPunct="1"/>
            <a:r>
              <a:rPr lang="en-US" altLang="en-US" sz="3600"/>
              <a:t>Orice program care foloseste aceasta metoda trebuie </a:t>
            </a:r>
            <a:r>
              <a:rPr lang="en-US" altLang="en-US" sz="3600" b="1"/>
              <a:t>trateze</a:t>
            </a:r>
            <a:r>
              <a:rPr lang="en-US" altLang="en-US" sz="3600"/>
              <a:t> acea exceptie (handle)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Aruncarea unei exceptii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98638"/>
            <a:ext cx="9072562" cy="42830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public class ReadFile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private FileInputStream fisier;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public void open() 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throws</a:t>
            </a:r>
            <a:r>
              <a:rPr lang="en-US" altLang="en-US" sz="2800" b="1">
                <a:latin typeface="Courier New" panose="02070309020205020404" pitchFamily="49" charset="0"/>
              </a:rPr>
              <a:t> IOException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// daca nu exista fisierul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</a:t>
            </a:r>
            <a:r>
              <a:rPr lang="en-US" altLang="en-US" sz="2800" b="1">
                <a:solidFill>
                  <a:srgbClr val="FF0000"/>
                </a:solidFill>
                <a:latin typeface="Courier New" panose="02070309020205020404" pitchFamily="49" charset="0"/>
              </a:rPr>
              <a:t>throw</a:t>
            </a:r>
            <a:r>
              <a:rPr lang="en-US" altLang="en-US" sz="2800" b="1">
                <a:latin typeface="Courier New" panose="02070309020205020404" pitchFamily="49" charset="0"/>
              </a:rPr>
              <a:t> new IOException();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/>
              <a:t>Exceptii: Ierarhia de clase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077913" y="4075113"/>
            <a:ext cx="16764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Error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5116513" y="4075113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Exception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3516313" y="2541588"/>
            <a:ext cx="2286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Throwable</a:t>
            </a:r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H="1">
            <a:off x="4659313" y="33131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1916113" y="3541713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>
            <a:off x="1916113" y="35417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>
            <a:off x="6259513" y="35417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4" name="AutoShape 10"/>
          <p:cNvSpPr>
            <a:spLocks noChangeArrowheads="1"/>
          </p:cNvSpPr>
          <p:nvPr/>
        </p:nvSpPr>
        <p:spPr bwMode="auto">
          <a:xfrm>
            <a:off x="4506913" y="3008313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 flipH="1">
            <a:off x="6259513" y="48371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>
            <a:off x="6259513" y="50657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7859713" y="50657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8" name="AutoShape 14"/>
          <p:cNvSpPr>
            <a:spLocks noChangeArrowheads="1"/>
          </p:cNvSpPr>
          <p:nvPr/>
        </p:nvSpPr>
        <p:spPr bwMode="auto">
          <a:xfrm>
            <a:off x="6107113" y="4532313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6488113" y="5599113"/>
            <a:ext cx="2667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RuntimeException</a:t>
            </a:r>
          </a:p>
        </p:txBody>
      </p:sp>
      <p:sp>
        <p:nvSpPr>
          <p:cNvPr id="47120" name="Text Box 16"/>
          <p:cNvSpPr txBox="1">
            <a:spLocks noChangeArrowheads="1"/>
          </p:cNvSpPr>
          <p:nvPr/>
        </p:nvSpPr>
        <p:spPr bwMode="auto">
          <a:xfrm>
            <a:off x="3516313" y="1322388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Object</a:t>
            </a:r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 flipH="1">
            <a:off x="4659313" y="20939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22" name="AutoShape 18"/>
          <p:cNvSpPr>
            <a:spLocks noChangeArrowheads="1"/>
          </p:cNvSpPr>
          <p:nvPr/>
        </p:nvSpPr>
        <p:spPr bwMode="auto">
          <a:xfrm>
            <a:off x="4506913" y="1789113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7123" name="Text Box 19"/>
          <p:cNvSpPr txBox="1">
            <a:spLocks noChangeArrowheads="1"/>
          </p:cNvSpPr>
          <p:nvPr/>
        </p:nvSpPr>
        <p:spPr bwMode="auto">
          <a:xfrm>
            <a:off x="0" y="2713038"/>
            <a:ext cx="1752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Erori de compilare, neverificate</a:t>
            </a:r>
          </a:p>
        </p:txBody>
      </p:sp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7478713" y="3049588"/>
            <a:ext cx="1752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Erori de executie, verificate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7402513" y="6249988"/>
            <a:ext cx="1752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Erori de executie, neverificate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Aruncarea unei exceptii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1796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/>
              <a:t>Se pot arunca doar obiecte derivate din clasa </a:t>
            </a:r>
            <a:r>
              <a:rPr lang="en-US" altLang="en-US" sz="3600" b="1"/>
              <a:t>Throwable</a:t>
            </a:r>
          </a:p>
          <a:p>
            <a:pPr eaLnBrk="1" hangingPunct="1"/>
            <a:r>
              <a:rPr lang="en-US" altLang="en-US" sz="3600"/>
              <a:t>Obiectele derivate din clasa </a:t>
            </a:r>
            <a:r>
              <a:rPr lang="en-US" altLang="en-US" sz="3600" b="1"/>
              <a:t>Error</a:t>
            </a:r>
            <a:r>
              <a:rPr lang="en-US" altLang="en-US" sz="3600"/>
              <a:t> sunt considerate erori interne si nu se asteapta ca programatorul sa le trateze</a:t>
            </a:r>
          </a:p>
          <a:p>
            <a:pPr eaLnBrk="1" hangingPunct="1"/>
            <a:r>
              <a:rPr lang="en-US" altLang="en-US" sz="3600"/>
              <a:t>Obiectele derivate din clasa </a:t>
            </a:r>
            <a:r>
              <a:rPr lang="en-US" altLang="en-US" sz="3600" b="1"/>
              <a:t>Exception</a:t>
            </a:r>
            <a:r>
              <a:rPr lang="en-US" altLang="en-US" sz="3600"/>
              <a:t>, daca sunt aruncate trebuie tratate de programator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/>
              <a:t>Aruncarea unei exceptii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646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/>
              <a:t>Obiectele derivate din clasa </a:t>
            </a:r>
            <a:r>
              <a:rPr lang="en-US" altLang="en-US" sz="3600" b="1"/>
              <a:t>RuntimeException</a:t>
            </a:r>
            <a:r>
              <a:rPr lang="en-US" altLang="en-US" sz="3600"/>
              <a:t> nu trebuiesc tratate pentru ca sunt exceptii care pot fi rezolvate prin corectarea programului (ex. ArrayIndexOutOfBounds)</a:t>
            </a:r>
          </a:p>
          <a:p>
            <a:pPr eaLnBrk="1" hangingPunct="1"/>
            <a:r>
              <a:rPr lang="en-US" altLang="en-US" sz="3600"/>
              <a:t>O metoda care </a:t>
            </a:r>
            <a:r>
              <a:rPr lang="en-US" altLang="en-US" sz="3600" b="1"/>
              <a:t>suprascrie</a:t>
            </a:r>
            <a:r>
              <a:rPr lang="en-US" altLang="en-US" sz="3600"/>
              <a:t> o metoda ce arunca o exceptie, trebuie si ea sa declare ca arunca acea exceptie sau o exceptie mai concreta, dar nu mai generala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Erori : Cuprins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>
                <a:solidFill>
                  <a:srgbClr val="FF0000"/>
                </a:solidFill>
              </a:rPr>
              <a:t> </a:t>
            </a:r>
            <a:r>
              <a:rPr lang="en-GB" altLang="en-US" sz="4400" b="1"/>
              <a:t>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</a:t>
            </a:r>
            <a:r>
              <a:rPr lang="en-GB" altLang="en-US" sz="4400" b="1">
                <a:solidFill>
                  <a:srgbClr val="FF0000"/>
                </a:solidFill>
              </a:rPr>
              <a:t>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>
                <a:solidFill>
                  <a:srgbClr val="FF0000"/>
                </a:solidFill>
              </a:rPr>
              <a:t> </a:t>
            </a:r>
            <a:r>
              <a:rPr lang="en-GB" altLang="en-US" sz="4400" b="1"/>
              <a:t>Crearea unei exceptii proprii</a:t>
            </a:r>
            <a:endParaRPr lang="en-US" altLang="en-US" sz="3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746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22438"/>
            <a:ext cx="9072562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600"/>
              <a:t>La aparitia unei exceptii se </a:t>
            </a:r>
            <a:r>
              <a:rPr lang="en-US" altLang="en-US" sz="3600" b="1"/>
              <a:t>opreste</a:t>
            </a:r>
            <a:r>
              <a:rPr lang="en-US" altLang="en-US" sz="3600"/>
              <a:t> executia normala a programului si se incepe cautarea unui handler pentru tratarea acelei exceptii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/>
          </a:p>
          <a:p>
            <a:pPr eaLnBrk="1" hangingPunct="1">
              <a:lnSpc>
                <a:spcPct val="83000"/>
              </a:lnSpc>
            </a:pPr>
            <a:r>
              <a:rPr lang="en-US" altLang="en-US" sz="3600"/>
              <a:t>Un </a:t>
            </a:r>
            <a:r>
              <a:rPr lang="en-US" altLang="en-US" sz="3600" b="1"/>
              <a:t>handler</a:t>
            </a:r>
            <a:r>
              <a:rPr lang="en-US" altLang="en-US" sz="3600"/>
              <a:t> este o bucata de cod care prinde si trateaza o exceptie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/>
          </a:p>
          <a:p>
            <a:pPr eaLnBrk="1" hangingPunct="1">
              <a:lnSpc>
                <a:spcPct val="83000"/>
              </a:lnSpc>
            </a:pPr>
            <a:r>
              <a:rPr lang="en-US" altLang="en-US" sz="3600"/>
              <a:t>Cautarea unui handler se face intorcandu-ne inapoi in metodele care au apelat metoda in care a aparut exceptia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8748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/>
              <a:t>O metoda care foloseste cod Java ce poate genera o exceptie, trebuie sa faca unul din urmatoarele lucruri:</a:t>
            </a:r>
          </a:p>
          <a:p>
            <a:pPr lvl="1" eaLnBrk="1" hangingPunct="1"/>
            <a:r>
              <a:rPr lang="en-US" altLang="en-US" sz="3200"/>
              <a:t>Sa </a:t>
            </a:r>
            <a:r>
              <a:rPr lang="en-US" altLang="en-US" sz="3200" b="1"/>
              <a:t>declare</a:t>
            </a:r>
            <a:r>
              <a:rPr lang="en-US" altLang="en-US" sz="3200"/>
              <a:t> la randul ei ca arunca mai departe acea exceptie</a:t>
            </a:r>
          </a:p>
          <a:p>
            <a:pPr lvl="1" eaLnBrk="1" hangingPunct="1"/>
            <a:r>
              <a:rPr lang="en-US" altLang="en-US" sz="3200"/>
              <a:t>Sa </a:t>
            </a:r>
            <a:r>
              <a:rPr lang="en-US" altLang="en-US" sz="3200" b="1"/>
              <a:t>prinda</a:t>
            </a:r>
            <a:r>
              <a:rPr lang="en-US" altLang="en-US" sz="3200"/>
              <a:t> acea exceptie intr-un handler si sa o rezolve</a:t>
            </a:r>
          </a:p>
          <a:p>
            <a:pPr lvl="1" eaLnBrk="1" hangingPunct="1"/>
            <a:r>
              <a:rPr lang="en-US" altLang="en-US" sz="3200"/>
              <a:t>Sa prinda acea exceptie intr-un handler si sa o </a:t>
            </a:r>
            <a:r>
              <a:rPr lang="en-US" altLang="en-US" sz="3200" b="1"/>
              <a:t>rearunce</a:t>
            </a:r>
            <a:r>
              <a:rPr lang="en-US" altLang="en-US" sz="3200"/>
              <a:t> mai departe, declarand ca arunca acea exceptie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713" y="1123950"/>
            <a:ext cx="9548812" cy="6435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public class Student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>
                <a:latin typeface="Courier New" panose="02070309020205020404" pitchFamily="49" charset="0"/>
              </a:rPr>
              <a:t> f;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public void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readFile</a:t>
            </a:r>
            <a:r>
              <a:rPr lang="en-US" altLang="en-US" sz="2800" b="1" dirty="0">
                <a:latin typeface="Courier New" panose="02070309020205020404" pitchFamily="49" charset="0"/>
              </a:rPr>
              <a:t>(String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800" b="1" dirty="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en-US" alt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f = new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8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f.read</a:t>
            </a:r>
            <a:r>
              <a:rPr lang="en-US" altLang="en-US" sz="28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dirty="0">
                <a:latin typeface="Courier New" panose="02070309020205020404" pitchFamily="49" charset="0"/>
              </a:rPr>
              <a:t> 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IOException</a:t>
            </a:r>
            <a:r>
              <a:rPr lang="en-US" altLang="en-US" sz="2800" b="1" dirty="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System.</a:t>
            </a:r>
            <a:r>
              <a:rPr lang="en-US" altLang="en-US" sz="2800" b="1" err="1">
                <a:latin typeface="Courier New" panose="02070309020205020404" pitchFamily="49" charset="0"/>
              </a:rPr>
              <a:t>out</a:t>
            </a:r>
            <a:r>
              <a:rPr lang="en-US" altLang="en-US" sz="2800" b="1">
                <a:latin typeface="Courier New" panose="02070309020205020404" pitchFamily="49" charset="0"/>
              </a:rPr>
              <a:t>.println</a:t>
            </a:r>
            <a:r>
              <a:rPr lang="en-US" altLang="en-US" sz="2800" b="1" dirty="0">
                <a:latin typeface="Courier New" panose="02070309020205020404" pitchFamily="49" charset="0"/>
              </a:rPr>
              <a:t>(“Nu pot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citi</a:t>
            </a:r>
            <a:r>
              <a:rPr lang="en-US" altLang="en-US" sz="2800" b="1" dirty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dirty="0">
                <a:latin typeface="Courier New" panose="02070309020205020404" pitchFamily="49" charset="0"/>
              </a:rPr>
              <a:t> 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FileNotFoundException</a:t>
            </a:r>
            <a:r>
              <a:rPr lang="en-US" altLang="en-US" sz="2800" b="1" dirty="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System.</a:t>
            </a:r>
            <a:r>
              <a:rPr lang="en-US" altLang="en-US" sz="2800" b="1" err="1">
                <a:latin typeface="Courier New" panose="02070309020205020404" pitchFamily="49" charset="0"/>
              </a:rPr>
              <a:t>out</a:t>
            </a:r>
            <a:r>
              <a:rPr lang="en-US" altLang="en-US" sz="2800" b="1">
                <a:latin typeface="Courier New" panose="02070309020205020404" pitchFamily="49" charset="0"/>
              </a:rPr>
              <a:t>.println</a:t>
            </a:r>
            <a:r>
              <a:rPr lang="en-US" altLang="en-US" sz="2800" b="1" dirty="0">
                <a:latin typeface="Courier New" panose="02070309020205020404" pitchFamily="49" charset="0"/>
              </a:rPr>
              <a:t>(“Nu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exista</a:t>
            </a:r>
            <a:r>
              <a:rPr lang="en-US" altLang="en-US" sz="2800" b="1" dirty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5700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/>
              <a:t>Pentru prinderea unei exceptii se include codul care poate arunca o exceptie intr-un </a:t>
            </a:r>
            <a:r>
              <a:rPr lang="en-US" altLang="en-US" sz="3600" b="1"/>
              <a:t>bloc try-catch</a:t>
            </a:r>
          </a:p>
          <a:p>
            <a:pPr eaLnBrk="1" hangingPunct="1"/>
            <a:r>
              <a:rPr lang="en-US" altLang="en-US" sz="3600"/>
              <a:t>In blocul </a:t>
            </a:r>
            <a:r>
              <a:rPr lang="en-US" altLang="en-US" sz="3600" b="1"/>
              <a:t>try</a:t>
            </a:r>
            <a:r>
              <a:rPr lang="en-US" altLang="en-US" sz="3600"/>
              <a:t> este programul normal</a:t>
            </a:r>
          </a:p>
          <a:p>
            <a:pPr eaLnBrk="1" hangingPunct="1"/>
            <a:r>
              <a:rPr lang="en-US" altLang="en-US" sz="3600"/>
              <a:t>In blocurile </a:t>
            </a:r>
            <a:r>
              <a:rPr lang="en-US" altLang="en-US" sz="3600" b="1"/>
              <a:t>catch</a:t>
            </a:r>
            <a:r>
              <a:rPr lang="en-US" altLang="en-US" sz="3600"/>
              <a:t> sunt handlerele de exceptii</a:t>
            </a:r>
          </a:p>
          <a:p>
            <a:pPr eaLnBrk="1" hangingPunct="1"/>
            <a:r>
              <a:rPr lang="en-US" altLang="en-US" sz="3600"/>
              <a:t>Un try trebuie sa aiba cel putin un catch</a:t>
            </a:r>
          </a:p>
          <a:p>
            <a:pPr eaLnBrk="1" hangingPunct="1"/>
            <a:r>
              <a:rPr lang="en-US" altLang="en-US" sz="3600"/>
              <a:t>Un try poate avea mai multe blocuri catch, cate unul pentru fiecare exceptie ce poate sa apara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646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/>
              <a:t>Din cauza polimorfismului, un bloc catch poate prinde orice exceptie derivata din clasa pe care el o declara</a:t>
            </a:r>
          </a:p>
          <a:p>
            <a:pPr eaLnBrk="1" hangingPunct="1"/>
            <a:endParaRPr lang="en-US" altLang="en-US" sz="3200"/>
          </a:p>
          <a:p>
            <a:pPr eaLnBrk="1" hangingPunct="1"/>
            <a:r>
              <a:rPr lang="en-US" altLang="en-US" sz="3200"/>
              <a:t>Din aceasta cauza prima data se declara handlerele pentru exceptii mai concrete (mai jos in ierarhie), si apoi se declara handlerele pentru exceptii mai generale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713" y="1123950"/>
            <a:ext cx="9548812" cy="6435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public class Student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>
                <a:latin typeface="Courier New" panose="02070309020205020404" pitchFamily="49" charset="0"/>
              </a:rPr>
              <a:t> f;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public void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readFile</a:t>
            </a:r>
            <a:r>
              <a:rPr lang="en-US" altLang="en-US" sz="2800" b="1" dirty="0">
                <a:latin typeface="Courier New" panose="02070309020205020404" pitchFamily="49" charset="0"/>
              </a:rPr>
              <a:t>(String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800" b="1" dirty="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en-US" alt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f = new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8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f.read</a:t>
            </a:r>
            <a:r>
              <a:rPr lang="en-US" altLang="en-US" sz="28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dirty="0">
                <a:latin typeface="Courier New" panose="02070309020205020404" pitchFamily="49" charset="0"/>
              </a:rPr>
              <a:t> 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IOException</a:t>
            </a:r>
            <a:r>
              <a:rPr lang="en-US" altLang="en-US" sz="2800" b="1" dirty="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System.</a:t>
            </a:r>
            <a:r>
              <a:rPr lang="en-US" altLang="en-US" sz="2800" b="1" err="1">
                <a:latin typeface="Courier New" panose="02070309020205020404" pitchFamily="49" charset="0"/>
              </a:rPr>
              <a:t>out</a:t>
            </a:r>
            <a:r>
              <a:rPr lang="en-US" altLang="en-US" sz="2800" b="1">
                <a:latin typeface="Courier New" panose="02070309020205020404" pitchFamily="49" charset="0"/>
              </a:rPr>
              <a:t>.println</a:t>
            </a:r>
            <a:r>
              <a:rPr lang="en-US" altLang="en-US" sz="2800" b="1" dirty="0">
                <a:latin typeface="Courier New" panose="02070309020205020404" pitchFamily="49" charset="0"/>
              </a:rPr>
              <a:t>(“Nu pot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citi</a:t>
            </a:r>
            <a:r>
              <a:rPr lang="en-US" altLang="en-US" sz="2800" b="1" dirty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dirty="0">
                <a:latin typeface="Courier New" panose="02070309020205020404" pitchFamily="49" charset="0"/>
              </a:rPr>
              <a:t> (Exception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System.</a:t>
            </a:r>
            <a:r>
              <a:rPr lang="en-US" altLang="en-US" sz="2800" b="1" err="1">
                <a:latin typeface="Courier New" panose="02070309020205020404" pitchFamily="49" charset="0"/>
              </a:rPr>
              <a:t>out</a:t>
            </a:r>
            <a:r>
              <a:rPr lang="en-US" altLang="en-US" sz="2800" b="1">
                <a:latin typeface="Courier New" panose="02070309020205020404" pitchFamily="49" charset="0"/>
              </a:rPr>
              <a:t>.println</a:t>
            </a:r>
            <a:r>
              <a:rPr lang="en-US" altLang="en-US" sz="2800" b="1" dirty="0">
                <a:latin typeface="Courier New" panose="02070309020205020404" pitchFamily="49" charset="0"/>
              </a:rPr>
              <a:t>(“Nu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exista</a:t>
            </a:r>
            <a:r>
              <a:rPr lang="en-US" altLang="en-US" sz="2800" b="1" dirty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493838"/>
            <a:ext cx="9072562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600" dirty="0"/>
              <a:t>Un bloc try-catch </a:t>
            </a:r>
            <a:r>
              <a:rPr lang="en-US" altLang="en-US" sz="3600" dirty="0" err="1"/>
              <a:t>poate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avea</a:t>
            </a:r>
            <a:r>
              <a:rPr lang="en-US" altLang="en-US" sz="3600" dirty="0"/>
              <a:t> optional un bloc </a:t>
            </a:r>
            <a:r>
              <a:rPr lang="en-US" altLang="en-US" sz="3600" b="1" dirty="0"/>
              <a:t>finally</a:t>
            </a:r>
            <a:r>
              <a:rPr lang="en-US" altLang="en-US" sz="3600" dirty="0"/>
              <a:t>, care se </a:t>
            </a:r>
            <a:r>
              <a:rPr lang="en-US" altLang="en-US" sz="3600" dirty="0" err="1"/>
              <a:t>executa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indiferend</a:t>
            </a:r>
            <a:r>
              <a:rPr lang="en-US" altLang="en-US" sz="3600" dirty="0"/>
              <a:t> </a:t>
            </a:r>
            <a:r>
              <a:rPr lang="en-US" altLang="en-US" sz="3600" dirty="0" err="1"/>
              <a:t>daca</a:t>
            </a:r>
            <a:r>
              <a:rPr lang="en-US" altLang="en-US" sz="3600" dirty="0"/>
              <a:t> a </a:t>
            </a:r>
            <a:r>
              <a:rPr lang="en-US" altLang="en-US" sz="3600" dirty="0" err="1"/>
              <a:t>aparut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sau</a:t>
            </a:r>
            <a:r>
              <a:rPr lang="en-US" altLang="en-US" sz="3600" dirty="0"/>
              <a:t> nu o </a:t>
            </a:r>
            <a:r>
              <a:rPr lang="en-US" altLang="en-US" sz="3600" dirty="0" err="1"/>
              <a:t>exceptie</a:t>
            </a:r>
            <a:endParaRPr lang="en-US" altLang="en-US" sz="3600" dirty="0"/>
          </a:p>
          <a:p>
            <a:pPr eaLnBrk="1" hangingPunct="1">
              <a:lnSpc>
                <a:spcPct val="83000"/>
              </a:lnSpc>
            </a:pPr>
            <a:endParaRPr lang="en-US" altLang="en-US" sz="3600" dirty="0"/>
          </a:p>
          <a:p>
            <a:pPr eaLnBrk="1" hangingPunct="1">
              <a:lnSpc>
                <a:spcPct val="83000"/>
              </a:lnSpc>
            </a:pPr>
            <a:r>
              <a:rPr lang="en-US" altLang="en-US" sz="3600" dirty="0" err="1"/>
              <a:t>Blocul</a:t>
            </a:r>
            <a:r>
              <a:rPr lang="en-US" altLang="en-US" sz="3600" dirty="0"/>
              <a:t> finally </a:t>
            </a:r>
            <a:r>
              <a:rPr lang="en-US" altLang="en-US" sz="3600" dirty="0" err="1"/>
              <a:t>este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folosit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pentru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actiuni</a:t>
            </a:r>
            <a:r>
              <a:rPr lang="en-US" altLang="en-US" sz="3600" dirty="0"/>
              <a:t> care </a:t>
            </a:r>
            <a:r>
              <a:rPr lang="en-US" altLang="en-US" sz="3600" dirty="0" err="1"/>
              <a:t>trebuie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efectuate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indiferent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daca</a:t>
            </a:r>
            <a:r>
              <a:rPr lang="en-US" altLang="en-US" sz="3600" dirty="0"/>
              <a:t> a </a:t>
            </a:r>
            <a:r>
              <a:rPr lang="en-US" altLang="en-US" sz="3600" dirty="0" err="1"/>
              <a:t>aparut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sau</a:t>
            </a:r>
            <a:r>
              <a:rPr lang="en-US" altLang="en-US" sz="3600" dirty="0"/>
              <a:t> nu o </a:t>
            </a:r>
            <a:r>
              <a:rPr lang="en-US" altLang="en-US" sz="3600" dirty="0" err="1"/>
              <a:t>exeptie</a:t>
            </a:r>
            <a:r>
              <a:rPr lang="en-US" altLang="en-US" sz="3600" dirty="0"/>
              <a:t> (</a:t>
            </a:r>
            <a:r>
              <a:rPr lang="en-US" altLang="en-US" sz="3600" dirty="0" err="1"/>
              <a:t>inchiderea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fisierelor</a:t>
            </a:r>
            <a:r>
              <a:rPr lang="en-US" altLang="en-US" sz="3600" dirty="0"/>
              <a:t>, a </a:t>
            </a:r>
            <a:r>
              <a:rPr lang="en-US" altLang="en-US" sz="3600" dirty="0" err="1"/>
              <a:t>conexiunilor</a:t>
            </a:r>
            <a:r>
              <a:rPr lang="en-US" altLang="en-US" sz="3600" dirty="0"/>
              <a:t> de </a:t>
            </a:r>
            <a:r>
              <a:rPr lang="en-US" altLang="en-US" sz="3600" dirty="0" err="1"/>
              <a:t>retea</a:t>
            </a:r>
            <a:r>
              <a:rPr lang="en-US" altLang="en-US" sz="3600" dirty="0"/>
              <a:t>, </a:t>
            </a:r>
            <a:r>
              <a:rPr lang="en-US" altLang="en-US" sz="3600" dirty="0" err="1"/>
              <a:t>etc</a:t>
            </a:r>
            <a:r>
              <a:rPr lang="en-US" altLang="en-US" sz="3600" dirty="0"/>
              <a:t>)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 dirty="0"/>
          </a:p>
          <a:p>
            <a:pPr eaLnBrk="1" hangingPunct="1">
              <a:lnSpc>
                <a:spcPct val="83000"/>
              </a:lnSpc>
            </a:pPr>
            <a:r>
              <a:rPr lang="en-US" altLang="en-US" sz="3600" dirty="0" err="1"/>
              <a:t>Singurul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caz</a:t>
            </a:r>
            <a:r>
              <a:rPr lang="en-US" altLang="en-US" sz="3600" dirty="0"/>
              <a:t> in care nu se </a:t>
            </a:r>
            <a:r>
              <a:rPr lang="en-US" altLang="en-US" sz="3600" dirty="0" err="1"/>
              <a:t>executa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blocul</a:t>
            </a:r>
            <a:r>
              <a:rPr lang="en-US" altLang="en-US" sz="3600" dirty="0"/>
              <a:t> finally </a:t>
            </a:r>
            <a:r>
              <a:rPr lang="en-US" altLang="en-US" sz="3600" dirty="0" err="1"/>
              <a:t>este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atunci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cand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apare</a:t>
            </a:r>
            <a:r>
              <a:rPr lang="en-US" altLang="en-US" sz="3600" dirty="0"/>
              <a:t> un </a:t>
            </a:r>
            <a:r>
              <a:rPr lang="en-US" altLang="en-US" sz="3600" dirty="0" err="1"/>
              <a:t>System.exit</a:t>
            </a:r>
            <a:r>
              <a:rPr lang="en-US" altLang="en-US" sz="3600" dirty="0"/>
              <a:t>() </a:t>
            </a:r>
            <a:r>
              <a:rPr lang="en-US" altLang="en-US" sz="3600" dirty="0" err="1"/>
              <a:t>inaintea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lui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/>
              <a:t>Tratarea unei exceptii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123950"/>
            <a:ext cx="9548812" cy="6435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public class Student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>
                <a:latin typeface="Courier New" panose="02070309020205020404" pitchFamily="49" charset="0"/>
              </a:rPr>
              <a:t> f;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dirty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public void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readFile</a:t>
            </a:r>
            <a:r>
              <a:rPr lang="en-US" altLang="en-US" sz="2800" b="1" dirty="0">
                <a:latin typeface="Courier New" panose="02070309020205020404" pitchFamily="49" charset="0"/>
              </a:rPr>
              <a:t>(String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800" b="1" dirty="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try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f = new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fName</a:t>
            </a:r>
            <a:r>
              <a:rPr lang="en-US" altLang="en-US" sz="28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f.read</a:t>
            </a:r>
            <a:r>
              <a:rPr lang="en-US" altLang="en-US" sz="28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catch (Exception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System.</a:t>
            </a:r>
            <a:r>
              <a:rPr lang="en-US" altLang="en-US" sz="2800" b="1" err="1">
                <a:latin typeface="Courier New" panose="02070309020205020404" pitchFamily="49" charset="0"/>
              </a:rPr>
              <a:t>out</a:t>
            </a:r>
            <a:r>
              <a:rPr lang="en-US" altLang="en-US" sz="2800" b="1">
                <a:latin typeface="Courier New" panose="02070309020205020404" pitchFamily="49" charset="0"/>
              </a:rPr>
              <a:t>.println</a:t>
            </a:r>
            <a:r>
              <a:rPr lang="en-US" altLang="en-US" sz="2800" b="1" dirty="0">
                <a:latin typeface="Courier New" panose="02070309020205020404" pitchFamily="49" charset="0"/>
              </a:rPr>
              <a:t>(“Nu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exista</a:t>
            </a:r>
            <a:r>
              <a:rPr lang="en-US" altLang="en-US" sz="2800" b="1" dirty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en-US" sz="2800" b="1" dirty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>
                <a:latin typeface="Courier New" panose="02070309020205020404" pitchFamily="49" charset="0"/>
              </a:rPr>
              <a:t>f.close</a:t>
            </a:r>
            <a:r>
              <a:rPr lang="en-US" altLang="en-US" sz="28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</a:rPr>
              <a:t>  }}}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Erori : Cuprins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>
                <a:solidFill>
                  <a:srgbClr val="FF0000"/>
                </a:solidFill>
              </a:rPr>
              <a:t> </a:t>
            </a:r>
            <a:r>
              <a:rPr lang="en-GB" altLang="en-US" sz="4400" b="1"/>
              <a:t>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/>
              <a:t> 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>
                <a:solidFill>
                  <a:srgbClr val="FF0000"/>
                </a:solidFill>
              </a:rPr>
              <a:t> Crearea unei exceptii proprii</a:t>
            </a:r>
            <a:endParaRPr lang="en-US" altLang="en-US" sz="3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Crearea unei exceptii proprii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err="1"/>
              <a:t>Pentru</a:t>
            </a:r>
            <a:r>
              <a:rPr lang="en-US" altLang="en-US" sz="3600" dirty="0"/>
              <a:t> </a:t>
            </a:r>
            <a:r>
              <a:rPr lang="en-US" altLang="en-US" sz="3600" dirty="0" err="1"/>
              <a:t>definirea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unei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noi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exceptii</a:t>
            </a:r>
            <a:r>
              <a:rPr lang="en-US" altLang="en-US" sz="3600" dirty="0"/>
              <a:t>, tot </a:t>
            </a:r>
            <a:r>
              <a:rPr lang="en-US" altLang="en-US" sz="3600" dirty="0" err="1"/>
              <a:t>ceea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ce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trebuie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facem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este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sa</a:t>
            </a:r>
            <a:r>
              <a:rPr lang="en-US" altLang="en-US" sz="3600" dirty="0"/>
              <a:t> cream o </a:t>
            </a:r>
            <a:r>
              <a:rPr lang="en-US" altLang="en-US" sz="3600" dirty="0" err="1"/>
              <a:t>clasa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proprie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derivata</a:t>
            </a:r>
            <a:r>
              <a:rPr lang="en-US" altLang="en-US" sz="3600" dirty="0"/>
              <a:t> din </a:t>
            </a:r>
            <a:r>
              <a:rPr lang="en-US" altLang="en-US" sz="3600" dirty="0" err="1"/>
              <a:t>clasa</a:t>
            </a:r>
            <a:r>
              <a:rPr lang="en-US" altLang="en-US" sz="3600" dirty="0"/>
              <a:t> </a:t>
            </a:r>
            <a:r>
              <a:rPr lang="en-US" altLang="en-US" sz="3600" b="1" dirty="0"/>
              <a:t>Exception</a:t>
            </a:r>
          </a:p>
          <a:p>
            <a:pPr eaLnBrk="1" hangingPunct="1"/>
            <a:r>
              <a:rPr lang="en-US" altLang="en-US" sz="3600" dirty="0"/>
              <a:t>In </a:t>
            </a:r>
            <a:r>
              <a:rPr lang="en-US" altLang="en-US" sz="3600" dirty="0" err="1"/>
              <a:t>continuarea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aruncarea</a:t>
            </a:r>
            <a:r>
              <a:rPr lang="en-US" altLang="en-US" sz="3600" dirty="0"/>
              <a:t>, </a:t>
            </a:r>
            <a:r>
              <a:rPr lang="en-US" altLang="en-US" sz="3600" dirty="0" err="1"/>
              <a:t>declararea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prinderea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acestei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exceptii</a:t>
            </a:r>
            <a:r>
              <a:rPr lang="en-US" altLang="en-US" sz="3600" dirty="0"/>
              <a:t> se face ca </a:t>
            </a:r>
            <a:r>
              <a:rPr lang="en-US" altLang="en-US" sz="3600" dirty="0" err="1"/>
              <a:t>pentru</a:t>
            </a:r>
            <a:r>
              <a:rPr lang="en-US" altLang="en-US" sz="3600" dirty="0"/>
              <a:t> </a:t>
            </a:r>
            <a:r>
              <a:rPr lang="en-US" altLang="en-US" sz="3600" dirty="0" err="1"/>
              <a:t>orice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alta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exceptie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60B6-76E0-7BD0-094E-05AF3A79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Crearea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excepții</a:t>
            </a:r>
            <a:r>
              <a:rPr lang="en-GB" dirty="0"/>
              <a:t> </a:t>
            </a:r>
            <a:r>
              <a:rPr lang="en-GB" dirty="0" err="1"/>
              <a:t>proprii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913BA-8D71-AE32-4855-DFD92C163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sz="240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InvalidNoteException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extends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Exception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InvalidNoteException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 message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super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message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verificaNota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throws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InvalidNoteException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nota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||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nota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throw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InvalidNoteException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"Nota </a:t>
            </a:r>
            <a:r>
              <a:rPr lang="en-GB" sz="24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invalidă</a:t>
            </a:r>
            <a:r>
              <a:rPr lang="en-GB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: "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93579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80FE6-6C92-5190-71C6-0A9FD0AB5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BA0F-54AF-F2A0-9707-E714F277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Crearea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excepții</a:t>
            </a:r>
            <a:r>
              <a:rPr lang="en-GB" dirty="0"/>
              <a:t> </a:t>
            </a:r>
            <a:r>
              <a:rPr lang="en-GB" dirty="0" err="1"/>
              <a:t>proprii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FDA6F-2F39-7D46-8F37-F58CB044F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class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Test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public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static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String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[]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args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Student s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new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Student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try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verificaNota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15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catch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InvalidNoteException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System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out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println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</a:t>
            </a:r>
            <a:r>
              <a:rPr lang="en-GB" sz="24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GB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getMessage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());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r>
              <a:rPr lang="en-GB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GB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0883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EBD5-CA7C-418A-CAD1-3B43869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503238"/>
            <a:ext cx="9220200" cy="1512887"/>
          </a:xfrm>
        </p:spPr>
        <p:txBody>
          <a:bodyPr/>
          <a:lstStyle/>
          <a:p>
            <a:r>
              <a:rPr lang="en-GB" dirty="0" err="1"/>
              <a:t>Tratarea</a:t>
            </a:r>
            <a:r>
              <a:rPr lang="en-GB" dirty="0"/>
              <a:t> </a:t>
            </a:r>
            <a:r>
              <a:rPr lang="en-GB" dirty="0" err="1"/>
              <a:t>excepțiilor</a:t>
            </a:r>
            <a:r>
              <a:rPr lang="en-GB" dirty="0"/>
              <a:t> – </a:t>
            </a:r>
            <a:r>
              <a:rPr lang="en-GB" dirty="0" err="1"/>
              <a:t>recapitulare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B59590-56F3-B398-688C-3FEAA3C870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966083"/>
              </p:ext>
            </p:extLst>
          </p:nvPr>
        </p:nvGraphicFramePr>
        <p:xfrm>
          <a:off x="315912" y="3627437"/>
          <a:ext cx="9072562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6281">
                  <a:extLst>
                    <a:ext uri="{9D8B030D-6E8A-4147-A177-3AD203B41FA5}">
                      <a16:colId xmlns:a16="http://schemas.microsoft.com/office/drawing/2014/main" val="2888353648"/>
                    </a:ext>
                  </a:extLst>
                </a:gridCol>
                <a:gridCol w="4536281">
                  <a:extLst>
                    <a:ext uri="{9D8B030D-6E8A-4147-A177-3AD203B41FA5}">
                      <a16:colId xmlns:a16="http://schemas.microsoft.com/office/drawing/2014/main" val="385017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Cuvânt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cheie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76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try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Conține codul care poate genera o excepție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925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catch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Prinde și tratează excepția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55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finally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Se execută indiferent de apariția excepției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82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throw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Aruncă o excepție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28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throws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Declară că metoda poate arunca o excepție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8927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12756B-0C65-A810-3DD7-038D8CF86DB7}"/>
              </a:ext>
            </a:extLst>
          </p:cNvPr>
          <p:cNvSpPr txBox="1"/>
          <p:nvPr/>
        </p:nvSpPr>
        <p:spPr>
          <a:xfrm>
            <a:off x="242093" y="2632352"/>
            <a:ext cx="922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Tratarea</a:t>
            </a:r>
            <a:r>
              <a:rPr lang="en-GB" dirty="0"/>
              <a:t> </a:t>
            </a:r>
            <a:r>
              <a:rPr lang="en-GB" dirty="0" err="1"/>
              <a:t>corectă</a:t>
            </a:r>
            <a:r>
              <a:rPr lang="en-GB" dirty="0"/>
              <a:t> a </a:t>
            </a:r>
            <a:r>
              <a:rPr lang="en-GB" dirty="0" err="1"/>
              <a:t>excepțiilor</a:t>
            </a:r>
            <a:r>
              <a:rPr lang="en-GB" dirty="0"/>
              <a:t> face </a:t>
            </a:r>
            <a:r>
              <a:rPr lang="en-GB" dirty="0" err="1"/>
              <a:t>codul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robust,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clar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sigur</a:t>
            </a:r>
            <a:r>
              <a:rPr lang="en-GB" dirty="0"/>
              <a:t> la </a:t>
            </a:r>
            <a:r>
              <a:rPr lang="en-GB" dirty="0" err="1"/>
              <a:t>execuție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895740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23995</TotalTime>
  <Words>2206</Words>
  <Application>Microsoft Office PowerPoint</Application>
  <PresentationFormat>Custom</PresentationFormat>
  <Paragraphs>332</Paragraphs>
  <Slides>34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 Black</vt:lpstr>
      <vt:lpstr>Arial Narrow</vt:lpstr>
      <vt:lpstr>Courier New</vt:lpstr>
      <vt:lpstr>StarSymbol</vt:lpstr>
      <vt:lpstr>Times New Roman</vt:lpstr>
      <vt:lpstr>Wingdings</vt:lpstr>
      <vt:lpstr>Pixel</vt:lpstr>
      <vt:lpstr>Polimorfism : Cuprins</vt:lpstr>
      <vt:lpstr>Supraîncărcarea - Overloading</vt:lpstr>
      <vt:lpstr>Overloading</vt:lpstr>
      <vt:lpstr>Overriding</vt:lpstr>
      <vt:lpstr>Overriding</vt:lpstr>
      <vt:lpstr>Overriding</vt:lpstr>
      <vt:lpstr>Overloading si Overriding. Observatii</vt:lpstr>
      <vt:lpstr>Legarea dinamica</vt:lpstr>
      <vt:lpstr>Legarea dinamica</vt:lpstr>
      <vt:lpstr>Erori : Cuprins</vt:lpstr>
      <vt:lpstr>Tipuri de erori</vt:lpstr>
      <vt:lpstr>Tipuri de erori. Exemple concrete de cod pentru fiecare tip de eroare</vt:lpstr>
      <vt:lpstr>Acțiuni recomandate la apariția unei erori</vt:lpstr>
      <vt:lpstr>Mecanisme clasice de tratare a erorilor (înainte de excepții)</vt:lpstr>
      <vt:lpstr>Tratarea erorilor in Java</vt:lpstr>
      <vt:lpstr>Aruncarea unei exceptii</vt:lpstr>
      <vt:lpstr>Aruncarea unei exceptii</vt:lpstr>
      <vt:lpstr>Exceptii: Ierarhia de clase</vt:lpstr>
      <vt:lpstr>Aruncarea unei exceptii</vt:lpstr>
      <vt:lpstr>Aruncarea unei exceptii</vt:lpstr>
      <vt:lpstr>Erori : Cuprins</vt:lpstr>
      <vt:lpstr>Tratarea unei exceptii</vt:lpstr>
      <vt:lpstr>Tratarea unei exceptii</vt:lpstr>
      <vt:lpstr>Tratarea unei exceptii</vt:lpstr>
      <vt:lpstr>Tratarea unei exceptii</vt:lpstr>
      <vt:lpstr>Tratarea unei exceptii</vt:lpstr>
      <vt:lpstr>Tratarea unei exceptii</vt:lpstr>
      <vt:lpstr>Tratarea unei exceptii</vt:lpstr>
      <vt:lpstr>Tratarea unei exceptii</vt:lpstr>
      <vt:lpstr>Erori : Cuprins</vt:lpstr>
      <vt:lpstr>Crearea unei exceptii proprii</vt:lpstr>
      <vt:lpstr>Crearea unei excepții proprii</vt:lpstr>
      <vt:lpstr>Crearea unei excepții proprii</vt:lpstr>
      <vt:lpstr>Tratarea excepțiilor – recapitulare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Admin</dc:creator>
  <cp:lastModifiedBy>Manuela Panoiu</cp:lastModifiedBy>
  <cp:revision>249</cp:revision>
  <dcterms:modified xsi:type="dcterms:W3CDTF">2025-11-03T10:41:24Z</dcterms:modified>
</cp:coreProperties>
</file>