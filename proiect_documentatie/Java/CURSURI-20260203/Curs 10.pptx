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48"/>
  </p:notesMasterIdLst>
  <p:sldIdLst>
    <p:sldId id="288" r:id="rId2"/>
    <p:sldId id="308" r:id="rId3"/>
    <p:sldId id="310" r:id="rId4"/>
    <p:sldId id="341" r:id="rId5"/>
    <p:sldId id="342" r:id="rId6"/>
    <p:sldId id="343" r:id="rId7"/>
    <p:sldId id="344" r:id="rId8"/>
    <p:sldId id="345" r:id="rId9"/>
    <p:sldId id="346" r:id="rId10"/>
    <p:sldId id="347" r:id="rId11"/>
    <p:sldId id="266" r:id="rId12"/>
    <p:sldId id="311" r:id="rId13"/>
    <p:sldId id="348" r:id="rId14"/>
    <p:sldId id="349" r:id="rId15"/>
    <p:sldId id="350" r:id="rId16"/>
    <p:sldId id="351" r:id="rId17"/>
    <p:sldId id="352" r:id="rId18"/>
    <p:sldId id="353"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Lst>
  <p:sldSz cx="10080625" cy="7559675"/>
  <p:notesSz cx="7315200" cy="96012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2880">
          <p15:clr>
            <a:srgbClr val="A4A3A4"/>
          </p15:clr>
        </p15:guide>
      </p15:sldGuideLst>
    </p:ext>
    <p:ext uri="{2D200454-40CA-4A62-9FC3-DE9A4176ACB9}">
      <p15:notesGuideLst xmlns:p15="http://schemas.microsoft.com/office/powerpoint/2012/main">
        <p15:guide id="1" orient="horz" pos="2586">
          <p15:clr>
            <a:srgbClr val="A4A3A4"/>
          </p15:clr>
        </p15:guide>
        <p15:guide id="2" pos="209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1620" y="90"/>
      </p:cViewPr>
      <p:guideLst>
        <p:guide orient="horz" pos="2161"/>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1164"/>
    </p:cViewPr>
  </p:sorterViewPr>
  <p:notesViewPr>
    <p:cSldViewPr>
      <p:cViewPr varScale="1">
        <p:scale>
          <a:sx n="59" d="100"/>
          <a:sy n="59" d="100"/>
        </p:scale>
        <p:origin x="-1752" y="-72"/>
      </p:cViewPr>
      <p:guideLst>
        <p:guide orient="horz" pos="2586"/>
        <p:guide pos="209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ChangeArrowheads="1" noTextEdit="1"/>
          </p:cNvSpPr>
          <p:nvPr>
            <p:ph type="sldImg"/>
          </p:nvPr>
        </p:nvSpPr>
        <p:spPr bwMode="auto">
          <a:xfrm>
            <a:off x="1444625" y="922338"/>
            <a:ext cx="4430713" cy="3322637"/>
          </a:xfrm>
          <a:prstGeom prst="rect">
            <a:avLst/>
          </a:prstGeom>
          <a:solidFill>
            <a:srgbClr val="FFFFFF"/>
          </a:solidFill>
          <a:ln w="9525">
            <a:solidFill>
              <a:srgbClr val="000000"/>
            </a:solidFill>
            <a:miter lim="800000"/>
            <a:headEnd/>
            <a:tailEnd/>
          </a:ln>
        </p:spPr>
      </p:sp>
      <p:sp>
        <p:nvSpPr>
          <p:cNvPr id="2050" name="Rectangle 2"/>
          <p:cNvSpPr txBox="1">
            <a:spLocks noGrp="1" noChangeArrowheads="1"/>
          </p:cNvSpPr>
          <p:nvPr>
            <p:ph type="body" idx="1"/>
          </p:nvPr>
        </p:nvSpPr>
        <p:spPr bwMode="auto">
          <a:xfrm>
            <a:off x="1131888" y="4567238"/>
            <a:ext cx="5059362" cy="368776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smtClean="0"/>
          </a:p>
        </p:txBody>
      </p:sp>
      <p:sp>
        <p:nvSpPr>
          <p:cNvPr id="3076" name="Freeform 3"/>
          <p:cNvSpPr>
            <a:spLocks noChangeArrowheads="1"/>
          </p:cNvSpPr>
          <p:nvPr/>
        </p:nvSpPr>
        <p:spPr bwMode="auto">
          <a:xfrm>
            <a:off x="5746750" y="7578725"/>
            <a:ext cx="869950" cy="808038"/>
          </a:xfrm>
          <a:custGeom>
            <a:avLst/>
            <a:gdLst>
              <a:gd name="T0" fmla="*/ 0 w 2501"/>
              <a:gd name="T1" fmla="*/ 260857024 h 2501"/>
              <a:gd name="T2" fmla="*/ 302362062 w 2501"/>
              <a:gd name="T3" fmla="*/ 0 h 2501"/>
              <a:gd name="T4" fmla="*/ 302483111 w 2501"/>
              <a:gd name="T5" fmla="*/ 260961381 h 2501"/>
              <a:gd name="T6" fmla="*/ 0 w 2501"/>
              <a:gd name="T7" fmla="*/ 260857024 h 25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01" h="2501">
                <a:moveTo>
                  <a:pt x="0" y="2499"/>
                </a:moveTo>
                <a:lnTo>
                  <a:pt x="2499" y="0"/>
                </a:lnTo>
                <a:lnTo>
                  <a:pt x="2500" y="2500"/>
                </a:lnTo>
                <a:lnTo>
                  <a:pt x="0" y="2499"/>
                </a:ln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ro-RO"/>
          </a:p>
        </p:txBody>
      </p:sp>
      <p:pic>
        <p:nvPicPr>
          <p:cNvPr id="307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1563" y="7834313"/>
            <a:ext cx="465137"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Text Box 5"/>
          <p:cNvSpPr txBox="1">
            <a:spLocks noChangeArrowheads="1"/>
          </p:cNvSpPr>
          <p:nvPr/>
        </p:nvSpPr>
        <p:spPr bwMode="auto">
          <a:xfrm rot="-600000">
            <a:off x="6313488" y="7959725"/>
            <a:ext cx="28257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defTabSz="847725">
              <a:defRPr>
                <a:solidFill>
                  <a:schemeClr val="tx1"/>
                </a:solidFill>
                <a:latin typeface="Arial" pitchFamily="34" charset="0"/>
              </a:defRPr>
            </a:lvl1pPr>
            <a:lvl2pPr marL="742950" indent="-285750" defTabSz="847725">
              <a:defRPr>
                <a:solidFill>
                  <a:schemeClr val="tx1"/>
                </a:solidFill>
                <a:latin typeface="Arial" pitchFamily="34" charset="0"/>
              </a:defRPr>
            </a:lvl2pPr>
            <a:lvl3pPr marL="1143000" indent="-228600" defTabSz="847725">
              <a:defRPr>
                <a:solidFill>
                  <a:schemeClr val="tx1"/>
                </a:solidFill>
                <a:latin typeface="Arial" pitchFamily="34" charset="0"/>
              </a:defRPr>
            </a:lvl3pPr>
            <a:lvl4pPr marL="1600200" indent="-228600" defTabSz="847725">
              <a:defRPr>
                <a:solidFill>
                  <a:schemeClr val="tx1"/>
                </a:solidFill>
                <a:latin typeface="Arial" pitchFamily="34" charset="0"/>
              </a:defRPr>
            </a:lvl4pPr>
            <a:lvl5pPr marL="2057400" indent="-228600" defTabSz="847725">
              <a:defRPr>
                <a:solidFill>
                  <a:schemeClr val="tx1"/>
                </a:solidFill>
                <a:latin typeface="Arial" pitchFamily="34" charset="0"/>
              </a:defRPr>
            </a:lvl5pPr>
            <a:lvl6pPr marL="2514600" indent="-228600" defTabSz="847725" eaLnBrk="0" fontAlgn="base" hangingPunct="0">
              <a:spcBef>
                <a:spcPct val="0"/>
              </a:spcBef>
              <a:spcAft>
                <a:spcPct val="0"/>
              </a:spcAft>
              <a:defRPr>
                <a:solidFill>
                  <a:schemeClr val="tx1"/>
                </a:solidFill>
                <a:latin typeface="Arial" pitchFamily="34" charset="0"/>
              </a:defRPr>
            </a:lvl6pPr>
            <a:lvl7pPr marL="2971800" indent="-228600" defTabSz="847725" eaLnBrk="0" fontAlgn="base" hangingPunct="0">
              <a:spcBef>
                <a:spcPct val="0"/>
              </a:spcBef>
              <a:spcAft>
                <a:spcPct val="0"/>
              </a:spcAft>
              <a:defRPr>
                <a:solidFill>
                  <a:schemeClr val="tx1"/>
                </a:solidFill>
                <a:latin typeface="Arial" pitchFamily="34" charset="0"/>
              </a:defRPr>
            </a:lvl7pPr>
            <a:lvl8pPr marL="3429000" indent="-228600" defTabSz="847725" eaLnBrk="0" fontAlgn="base" hangingPunct="0">
              <a:spcBef>
                <a:spcPct val="0"/>
              </a:spcBef>
              <a:spcAft>
                <a:spcPct val="0"/>
              </a:spcAft>
              <a:defRPr>
                <a:solidFill>
                  <a:schemeClr val="tx1"/>
                </a:solidFill>
                <a:latin typeface="Arial" pitchFamily="34" charset="0"/>
              </a:defRPr>
            </a:lvl8pPr>
            <a:lvl9pPr marL="3886200" indent="-228600" defTabSz="847725" eaLnBrk="0" fontAlgn="base" hangingPunct="0">
              <a:spcBef>
                <a:spcPct val="0"/>
              </a:spcBef>
              <a:spcAft>
                <a:spcPct val="0"/>
              </a:spcAft>
              <a:defRPr>
                <a:solidFill>
                  <a:schemeClr val="tx1"/>
                </a:solidFill>
                <a:latin typeface="Arial" pitchFamily="34" charset="0"/>
              </a:defRPr>
            </a:lvl9pPr>
          </a:lstStyle>
          <a:p>
            <a:pPr eaLnBrk="1">
              <a:lnSpc>
                <a:spcPct val="102000"/>
              </a:lnSpc>
              <a:buClr>
                <a:srgbClr val="000000"/>
              </a:buClr>
              <a:buSzPct val="45000"/>
              <a:buFont typeface="StarSymbol" charset="0"/>
              <a:buNone/>
              <a:defRPr/>
            </a:pPr>
            <a:r>
              <a:rPr lang="en-GB" sz="1500" smtClean="0">
                <a:solidFill>
                  <a:srgbClr val="000000"/>
                </a:solidFill>
                <a:latin typeface="Arial Narrow" pitchFamily="34" charset="0"/>
              </a:rPr>
              <a:t>1</a:t>
            </a:r>
          </a:p>
        </p:txBody>
      </p:sp>
    </p:spTree>
    <p:extLst>
      <p:ext uri="{BB962C8B-B14F-4D97-AF65-F5344CB8AC3E}">
        <p14:creationId xmlns:p14="http://schemas.microsoft.com/office/powerpoint/2010/main" val="979303237"/>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12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307763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17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8825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921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622019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1126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750302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1331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816487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1536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934923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1741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814667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1945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528876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2150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607650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2355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731797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2560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190211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2765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4280505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2969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001481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3174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247542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3379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19932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3584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528855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3789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622992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3993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906619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2"/>
          <p:cNvSpPr>
            <a:spLocks noChangeArrowheads="1" noTextEdit="1"/>
          </p:cNvSpPr>
          <p:nvPr>
            <p:ph type="sldImg"/>
          </p:nvPr>
        </p:nvSpPr>
        <p:spPr>
          <a:xfrm>
            <a:off x="1443038" y="922338"/>
            <a:ext cx="4429125" cy="3322637"/>
          </a:xfrm>
          <a:ln/>
        </p:spPr>
      </p:sp>
      <p:sp>
        <p:nvSpPr>
          <p:cNvPr id="41987" name="Rectangle 3"/>
          <p:cNvSpPr txBox="1">
            <a:spLocks noChangeArrowheads="1"/>
          </p:cNvSpPr>
          <p:nvPr>
            <p:ph type="body" idx="1"/>
          </p:nvPr>
        </p:nvSpPr>
        <p:spPr>
          <a:xfrm>
            <a:off x="1131888" y="4567238"/>
            <a:ext cx="5059362" cy="3689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4765" tIns="42382" rIns="84765" bIns="42382" anchor="ctr"/>
          <a:lstStyle/>
          <a:p>
            <a:endParaRPr lang="en-US" altLang="ro-RO" smtClean="0"/>
          </a:p>
        </p:txBody>
      </p:sp>
    </p:spTree>
    <p:extLst>
      <p:ext uri="{BB962C8B-B14F-4D97-AF65-F5344CB8AC3E}">
        <p14:creationId xmlns:p14="http://schemas.microsoft.com/office/powerpoint/2010/main" val="2614308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4403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990496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4608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090124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4813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728071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017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984724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222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412529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427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932767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632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0952395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5837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381736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6041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010065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6246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5516543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6451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100418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6656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4044408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6861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0654078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065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6226052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270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2029848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475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3290284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680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7043338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7885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629830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8089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115246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8294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533770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8499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132642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8704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8045466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89091"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7874326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91139"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7776415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93187"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361317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95235"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2987976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Rot="1" noChangeArrowheads="1" noTextEdit="1"/>
          </p:cNvSpPr>
          <p:nvPr>
            <p:ph type="sldImg"/>
          </p:nvPr>
        </p:nvSpPr>
        <p:spPr>
          <a:xfrm>
            <a:off x="1257300" y="720725"/>
            <a:ext cx="4800600" cy="3600450"/>
          </a:xfrm>
          <a:noFill/>
          <a:ln/>
          <a:extLst>
            <a:ext uri="{909E8E84-426E-40DD-AFC4-6F175D3DCCD1}">
              <a14:hiddenFill xmlns:a14="http://schemas.microsoft.com/office/drawing/2010/main">
                <a:solidFill>
                  <a:srgbClr val="FFFFFF"/>
                </a:solidFill>
              </a14:hiddenFill>
            </a:ext>
          </a:extLst>
        </p:spPr>
      </p:sp>
      <p:sp>
        <p:nvSpPr>
          <p:cNvPr id="97283" name="Rectangle 3"/>
          <p:cNvSpPr txBox="1">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smtClean="0"/>
          </a:p>
        </p:txBody>
      </p:sp>
    </p:spTree>
    <p:extLst>
      <p:ext uri="{BB962C8B-B14F-4D97-AF65-F5344CB8AC3E}">
        <p14:creationId xmlns:p14="http://schemas.microsoft.com/office/powerpoint/2010/main" val="1590414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0080625" cy="7559675"/>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ro-RO" sz="2600" smtClean="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1" name="Rectangle 9"/>
              <p:cNvSpPr>
                <a:spLocks noChangeArrowheads="1"/>
              </p:cNvSpPr>
              <p:nvPr userDrawn="1"/>
            </p:nvSpPr>
            <p:spPr bwMode="auto">
              <a:xfrm>
                <a:off x="719" y="2257"/>
                <a:ext cx="366"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3" name="Rectangle 11"/>
              <p:cNvSpPr>
                <a:spLocks noChangeArrowheads="1"/>
              </p:cNvSpPr>
              <p:nvPr userDrawn="1"/>
            </p:nvSpPr>
            <p:spPr bwMode="auto">
              <a:xfrm>
                <a:off x="719" y="1464"/>
                <a:ext cx="366"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7" name="Rectangle 15"/>
              <p:cNvSpPr>
                <a:spLocks noChangeArrowheads="1"/>
              </p:cNvSpPr>
              <p:nvPr userDrawn="1"/>
            </p:nvSpPr>
            <p:spPr bwMode="auto">
              <a:xfrm>
                <a:off x="719" y="1857"/>
                <a:ext cx="366"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grpSp>
      </p:grpSp>
      <p:sp>
        <p:nvSpPr>
          <p:cNvPr id="214035" name="Rectangle 19"/>
          <p:cNvSpPr>
            <a:spLocks noGrp="1" noChangeArrowheads="1"/>
          </p:cNvSpPr>
          <p:nvPr>
            <p:ph type="ctrTitle"/>
          </p:nvPr>
        </p:nvSpPr>
        <p:spPr>
          <a:xfrm>
            <a:off x="3276600" y="2016125"/>
            <a:ext cx="6635750" cy="2435225"/>
          </a:xfrm>
        </p:spPr>
        <p:txBody>
          <a:bodyPr/>
          <a:lstStyle>
            <a:lvl1pPr>
              <a:defRPr sz="5500">
                <a:solidFill>
                  <a:srgbClr val="FFFFFF"/>
                </a:solidFill>
              </a:defRPr>
            </a:lvl1pPr>
          </a:lstStyle>
          <a:p>
            <a:r>
              <a:rPr lang="en-US"/>
              <a:t>Click to edit Master title style</a:t>
            </a:r>
          </a:p>
        </p:txBody>
      </p:sp>
      <p:sp>
        <p:nvSpPr>
          <p:cNvPr id="214036" name="Rectangle 20"/>
          <p:cNvSpPr>
            <a:spLocks noGrp="1" noChangeArrowheads="1"/>
          </p:cNvSpPr>
          <p:nvPr>
            <p:ph type="subTitle" idx="1"/>
          </p:nvPr>
        </p:nvSpPr>
        <p:spPr>
          <a:xfrm>
            <a:off x="3276600" y="4703763"/>
            <a:ext cx="6635750" cy="1931987"/>
          </a:xfrm>
        </p:spPr>
        <p:txBody>
          <a:bodyPr/>
          <a:lstStyle>
            <a:lvl1pPr marL="0" indent="0">
              <a:buFont typeface="Wingdings" pitchFamily="2" charset="2"/>
              <a:buNone/>
              <a:defRPr sz="3700"/>
            </a:lvl1pPr>
          </a:lstStyle>
          <a:p>
            <a:r>
              <a:rPr lang="en-US"/>
              <a:t>Click to edit Master subtitle style</a:t>
            </a:r>
          </a:p>
        </p:txBody>
      </p:sp>
      <p:sp>
        <p:nvSpPr>
          <p:cNvPr id="18" name="Rectangle 16"/>
          <p:cNvSpPr>
            <a:spLocks noGrp="1" noChangeArrowheads="1"/>
          </p:cNvSpPr>
          <p:nvPr>
            <p:ph type="dt" sz="half" idx="10"/>
          </p:nvPr>
        </p:nvSpPr>
        <p:spPr>
          <a:xfrm>
            <a:off x="504825" y="6888163"/>
            <a:ext cx="2351088" cy="503237"/>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smtClean="0"/>
            </a:lvl1pPr>
          </a:lstStyle>
          <a:p>
            <a:pPr>
              <a:defRPr/>
            </a:pPr>
            <a:fld id="{A235E057-FD5A-490A-B38A-1368EF0C8687}" type="slidenum">
              <a:rPr lang="en-US" altLang="ro-RO"/>
              <a:pPr>
                <a:defRPr/>
              </a:pPr>
              <a:t>‹#›</a:t>
            </a:fld>
            <a:endParaRPr lang="en-US" altLang="ro-RO"/>
          </a:p>
        </p:txBody>
      </p:sp>
    </p:spTree>
    <p:extLst>
      <p:ext uri="{BB962C8B-B14F-4D97-AF65-F5344CB8AC3E}">
        <p14:creationId xmlns:p14="http://schemas.microsoft.com/office/powerpoint/2010/main" val="42729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A801DAA6-73A5-4C92-BD9C-C2515A5B90C9}" type="slidenum">
              <a:rPr lang="en-US" altLang="ro-RO"/>
              <a:pPr>
                <a:defRPr/>
              </a:pPr>
              <a:t>‹#›</a:t>
            </a:fld>
            <a:endParaRPr lang="en-US" altLang="ro-RO"/>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02567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AC634552-44A2-4EDA-A1D6-B2BB8CE78247}" type="slidenum">
              <a:rPr lang="en-US" altLang="ro-RO"/>
              <a:pPr>
                <a:defRPr/>
              </a:pPr>
              <a:t>‹#›</a:t>
            </a:fld>
            <a:endParaRPr lang="en-US" altLang="ro-RO"/>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82858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4825" y="2184400"/>
            <a:ext cx="4459288"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6513" y="2184400"/>
            <a:ext cx="4460875" cy="4283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73CB97E2-CC73-4230-B2C0-66CB733670F6}" type="slidenum">
              <a:rPr lang="en-US" altLang="ro-RO"/>
              <a:pPr>
                <a:defRPr/>
              </a:pPr>
              <a:t>‹#›</a:t>
            </a:fld>
            <a:endParaRPr lang="en-US" altLang="ro-RO"/>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02122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B11D6468-7594-48FF-A233-BBF869B14890}" type="slidenum">
              <a:rPr lang="en-US" altLang="ro-RO"/>
              <a:pPr>
                <a:defRPr/>
              </a:pPr>
              <a:t>‹#›</a:t>
            </a:fld>
            <a:endParaRPr lang="en-US" altLang="ro-RO"/>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830704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D881A999-BA2C-452F-9F3B-3462E85A5D3A}" type="slidenum">
              <a:rPr lang="en-US" altLang="ro-RO"/>
              <a:pPr>
                <a:defRPr/>
              </a:pPr>
              <a:t>‹#›</a:t>
            </a:fld>
            <a:endParaRPr lang="en-US" altLang="ro-RO"/>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16366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7BA5F46E-D42C-4C84-AE35-C40D6FBAE94F}" type="slidenum">
              <a:rPr lang="en-US" altLang="ro-RO"/>
              <a:pPr>
                <a:defRPr/>
              </a:pPr>
              <a:t>‹#›</a:t>
            </a:fld>
            <a:endParaRPr lang="en-US" altLang="ro-RO"/>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48874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FE91A6F9-0B9B-40B7-B0C4-96C65FBC5A3C}" type="slidenum">
              <a:rPr lang="en-US" altLang="ro-RO"/>
              <a:pPr>
                <a:defRPr/>
              </a:pPr>
              <a:t>‹#›</a:t>
            </a:fld>
            <a:endParaRPr lang="en-US" altLang="ro-RO"/>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18657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2EDABE6C-3A8D-43B7-9EF3-A7BDF31EFDA1}" type="slidenum">
              <a:rPr lang="en-US" altLang="ro-RO"/>
              <a:pPr>
                <a:defRPr/>
              </a:pPr>
              <a:t>‹#›</a:t>
            </a:fld>
            <a:endParaRPr lang="en-US" altLang="ro-RO"/>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809331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D06309D-044E-4835-9004-0A90428A9EE4}" type="slidenum">
              <a:rPr lang="en-US" altLang="ro-RO"/>
              <a:pPr>
                <a:defRPr/>
              </a:pPr>
              <a:t>‹#›</a:t>
            </a:fld>
            <a:endParaRPr lang="en-US" altLang="ro-RO"/>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4439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503238"/>
            <a:ext cx="2266950" cy="59642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4825" y="503238"/>
            <a:ext cx="6653213" cy="59642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15776EB9-C9D7-4950-BCFB-07234A491B24}" type="slidenum">
              <a:rPr lang="en-US" altLang="ro-RO"/>
              <a:pPr>
                <a:defRPr/>
              </a:pPr>
              <a:t>‹#›</a:t>
            </a:fld>
            <a:endParaRPr lang="en-US" altLang="ro-RO"/>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20105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2994" name="Rectangle 2"/>
          <p:cNvSpPr>
            <a:spLocks noGrp="1" noChangeArrowheads="1"/>
          </p:cNvSpPr>
          <p:nvPr>
            <p:ph type="ftr" sz="quarter" idx="3"/>
          </p:nvPr>
        </p:nvSpPr>
        <p:spPr bwMode="auto">
          <a:xfrm>
            <a:off x="3444875" y="6888163"/>
            <a:ext cx="3190875" cy="503237"/>
          </a:xfrm>
          <a:prstGeom prst="rect">
            <a:avLst/>
          </a:prstGeom>
          <a:noFill/>
          <a:ln w="9525">
            <a:noFill/>
            <a:miter lim="800000"/>
            <a:headEnd/>
            <a:tailEnd/>
          </a:ln>
          <a:effectLst/>
        </p:spPr>
        <p:txBody>
          <a:bodyPr vert="horz" wrap="square" lIns="100794" tIns="50397" rIns="100794" bIns="50397" numCol="1" anchor="b" anchorCtr="0" compatLnSpc="1">
            <a:prstTxWarp prst="textNoShape">
              <a:avLst/>
            </a:prstTxWarp>
          </a:bodyPr>
          <a:lstStyle>
            <a:lvl1pPr algn="ctr" eaLnBrk="1" hangingPunct="1">
              <a:defRPr sz="1300">
                <a:latin typeface="Arial" charset="0"/>
              </a:defRPr>
            </a:lvl1pPr>
          </a:lstStyle>
          <a:p>
            <a:pPr>
              <a:defRPr/>
            </a:pPr>
            <a:endParaRPr lang="en-US"/>
          </a:p>
        </p:txBody>
      </p:sp>
      <p:sp>
        <p:nvSpPr>
          <p:cNvPr id="212995" name="Rectangle 3"/>
          <p:cNvSpPr>
            <a:spLocks noGrp="1" noChangeArrowheads="1"/>
          </p:cNvSpPr>
          <p:nvPr>
            <p:ph type="sldNum" sz="quarter" idx="4"/>
          </p:nvPr>
        </p:nvSpPr>
        <p:spPr bwMode="auto">
          <a:xfrm>
            <a:off x="7224713" y="6888163"/>
            <a:ext cx="2352675" cy="503237"/>
          </a:xfrm>
          <a:prstGeom prst="rect">
            <a:avLst/>
          </a:prstGeom>
          <a:noFill/>
          <a:ln w="9525">
            <a:noFill/>
            <a:miter lim="800000"/>
            <a:headEnd/>
            <a:tailEnd/>
          </a:ln>
          <a:effectLst/>
        </p:spPr>
        <p:txBody>
          <a:bodyPr vert="horz" wrap="square" lIns="100794" tIns="50397" rIns="100794" bIns="50397" numCol="1" anchor="b" anchorCtr="0" compatLnSpc="1">
            <a:prstTxWarp prst="textNoShape">
              <a:avLst/>
            </a:prstTxWarp>
          </a:bodyPr>
          <a:lstStyle>
            <a:lvl1pPr algn="r" eaLnBrk="1" hangingPunct="1">
              <a:defRPr sz="1300" smtClean="0">
                <a:latin typeface="Arial Black" panose="020B0A04020102020204" pitchFamily="34" charset="0"/>
              </a:defRPr>
            </a:lvl1pPr>
          </a:lstStyle>
          <a:p>
            <a:pPr>
              <a:defRPr/>
            </a:pPr>
            <a:fld id="{A9789925-E7FF-4B31-9A6B-CE1A18D3D135}" type="slidenum">
              <a:rPr lang="en-US" altLang="ro-RO"/>
              <a:pPr>
                <a:defRPr/>
              </a:pPr>
              <a:t>‹#›</a:t>
            </a:fld>
            <a:endParaRPr lang="en-US" altLang="ro-RO"/>
          </a:p>
        </p:txBody>
      </p:sp>
      <p:grpSp>
        <p:nvGrpSpPr>
          <p:cNvPr id="1028" name="Group 4"/>
          <p:cNvGrpSpPr>
            <a:grpSpLocks/>
          </p:cNvGrpSpPr>
          <p:nvPr/>
        </p:nvGrpSpPr>
        <p:grpSpPr bwMode="auto">
          <a:xfrm>
            <a:off x="0" y="0"/>
            <a:ext cx="10080625" cy="601663"/>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0794" tIns="50397" rIns="100794" bIns="50397" anchor="ctr"/>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ro-RO" sz="2600" smtClean="0">
                <a:latin typeface="Times New Roman" panose="02020603050405020304" pitchFamily="18" charset="0"/>
              </a:endParaRPr>
            </a:p>
          </p:txBody>
        </p:sp>
        <p:sp>
          <p:nvSpPr>
            <p:cNvPr id="1033" name="Rectangle 6"/>
            <p:cNvSpPr>
              <a:spLocks noChangeArrowheads="1"/>
            </p:cNvSpPr>
            <p:nvPr/>
          </p:nvSpPr>
          <p:spPr bwMode="auto">
            <a:xfrm>
              <a:off x="260" y="85"/>
              <a:ext cx="5500" cy="172"/>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accent2"/>
                </a:solidFill>
              </a:endParaRPr>
            </a:p>
          </p:txBody>
        </p:sp>
        <p:sp>
          <p:nvSpPr>
            <p:cNvPr id="1037" name="Rectangle 10"/>
            <p:cNvSpPr>
              <a:spLocks noChangeArrowheads="1"/>
            </p:cNvSpPr>
            <p:nvPr/>
          </p:nvSpPr>
          <p:spPr bwMode="auto">
            <a:xfrm>
              <a:off x="173" y="173"/>
              <a:ext cx="86" cy="84"/>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600" smtClean="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0794" tIns="50397" rIns="100794" bIns="50397"/>
            <a:lstStyle>
              <a:lvl1pPr defTabSz="1008063">
                <a:defRPr>
                  <a:solidFill>
                    <a:schemeClr val="tx1"/>
                  </a:solidFill>
                  <a:latin typeface="Arial" panose="020B0604020202020204" pitchFamily="34" charset="0"/>
                </a:defRPr>
              </a:lvl1pPr>
              <a:lvl2pPr marL="742950" indent="-285750" defTabSz="1008063">
                <a:defRPr>
                  <a:solidFill>
                    <a:schemeClr val="tx1"/>
                  </a:solidFill>
                  <a:latin typeface="Arial" panose="020B0604020202020204" pitchFamily="34" charset="0"/>
                </a:defRPr>
              </a:lvl2pPr>
              <a:lvl3pPr marL="1143000" indent="-228600" defTabSz="1008063">
                <a:defRPr>
                  <a:solidFill>
                    <a:schemeClr val="tx1"/>
                  </a:solidFill>
                  <a:latin typeface="Arial" panose="020B0604020202020204" pitchFamily="34" charset="0"/>
                </a:defRPr>
              </a:lvl3pPr>
              <a:lvl4pPr marL="1600200" indent="-228600" defTabSz="1008063">
                <a:defRPr>
                  <a:solidFill>
                    <a:schemeClr val="tx1"/>
                  </a:solidFill>
                  <a:latin typeface="Arial" panose="020B0604020202020204" pitchFamily="34" charset="0"/>
                </a:defRPr>
              </a:lvl4pPr>
              <a:lvl5pPr marL="2057400" indent="-228600" defTabSz="1008063">
                <a:defRPr>
                  <a:solidFill>
                    <a:schemeClr val="tx1"/>
                  </a:solidFill>
                  <a:latin typeface="Arial" panose="020B0604020202020204" pitchFamily="34" charset="0"/>
                </a:defRPr>
              </a:lvl5pPr>
              <a:lvl6pPr marL="2514600" indent="-228600" defTabSz="1008063" eaLnBrk="0" fontAlgn="base" hangingPunct="0">
                <a:spcBef>
                  <a:spcPct val="0"/>
                </a:spcBef>
                <a:spcAft>
                  <a:spcPct val="0"/>
                </a:spcAft>
                <a:defRPr>
                  <a:solidFill>
                    <a:schemeClr val="tx1"/>
                  </a:solidFill>
                  <a:latin typeface="Arial" panose="020B0604020202020204" pitchFamily="34" charset="0"/>
                </a:defRPr>
              </a:lvl6pPr>
              <a:lvl7pPr marL="2971800" indent="-228600" defTabSz="1008063" eaLnBrk="0" fontAlgn="base" hangingPunct="0">
                <a:spcBef>
                  <a:spcPct val="0"/>
                </a:spcBef>
                <a:spcAft>
                  <a:spcPct val="0"/>
                </a:spcAft>
                <a:defRPr>
                  <a:solidFill>
                    <a:schemeClr val="tx1"/>
                  </a:solidFill>
                  <a:latin typeface="Arial" panose="020B0604020202020204" pitchFamily="34" charset="0"/>
                </a:defRPr>
              </a:lvl7pPr>
              <a:lvl8pPr marL="3429000" indent="-228600" defTabSz="1008063" eaLnBrk="0" fontAlgn="base" hangingPunct="0">
                <a:spcBef>
                  <a:spcPct val="0"/>
                </a:spcBef>
                <a:spcAft>
                  <a:spcPct val="0"/>
                </a:spcAft>
                <a:defRPr>
                  <a:solidFill>
                    <a:schemeClr val="tx1"/>
                  </a:solidFill>
                  <a:latin typeface="Arial" panose="020B0604020202020204" pitchFamily="34" charset="0"/>
                </a:defRPr>
              </a:lvl8pPr>
              <a:lvl9pPr marL="3886200" indent="-228600" defTabSz="1008063"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ro-RO" sz="2000" smtClean="0">
                <a:solidFill>
                  <a:schemeClr val="accent2"/>
                </a:solidFill>
              </a:endParaRPr>
            </a:p>
          </p:txBody>
        </p:sp>
      </p:grpSp>
      <p:sp>
        <p:nvSpPr>
          <p:cNvPr id="1029" name="Rectangle 14"/>
          <p:cNvSpPr>
            <a:spLocks noGrp="1" noChangeArrowheads="1"/>
          </p:cNvSpPr>
          <p:nvPr>
            <p:ph type="title"/>
          </p:nvPr>
        </p:nvSpPr>
        <p:spPr bwMode="auto">
          <a:xfrm>
            <a:off x="504825" y="503238"/>
            <a:ext cx="9072563"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0794" tIns="50397" rIns="100794" bIns="50397" numCol="1" anchor="ctr" anchorCtr="0" compatLnSpc="1">
            <a:prstTxWarp prst="textNoShape">
              <a:avLst/>
            </a:prstTxWarp>
          </a:bodyPr>
          <a:lstStyle/>
          <a:p>
            <a:pPr lvl="0"/>
            <a:r>
              <a:rPr lang="en-US" altLang="ro-RO" smtClean="0"/>
              <a:t>Click to edit Master title style</a:t>
            </a:r>
          </a:p>
        </p:txBody>
      </p:sp>
      <p:sp>
        <p:nvSpPr>
          <p:cNvPr id="1030" name="Rectangle 15"/>
          <p:cNvSpPr>
            <a:spLocks noGrp="1" noChangeArrowheads="1"/>
          </p:cNvSpPr>
          <p:nvPr>
            <p:ph type="body" idx="1"/>
          </p:nvPr>
        </p:nvSpPr>
        <p:spPr bwMode="auto">
          <a:xfrm>
            <a:off x="504825" y="2184400"/>
            <a:ext cx="9072563"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0794" tIns="50397" rIns="100794" bIns="50397" numCol="1" anchor="t" anchorCtr="0" compatLnSpc="1">
            <a:prstTxWarp prst="textNoShape">
              <a:avLst/>
            </a:prstTxWarp>
          </a:bodyPr>
          <a:lstStyle/>
          <a:p>
            <a:pPr lvl="0"/>
            <a:r>
              <a:rPr lang="en-US" altLang="ro-RO" smtClean="0"/>
              <a:t>Click to edit Master text styles</a:t>
            </a:r>
          </a:p>
          <a:p>
            <a:pPr lvl="1"/>
            <a:r>
              <a:rPr lang="en-US" altLang="ro-RO" smtClean="0"/>
              <a:t>Second level</a:t>
            </a:r>
          </a:p>
          <a:p>
            <a:pPr lvl="2"/>
            <a:r>
              <a:rPr lang="en-US" altLang="ro-RO" smtClean="0"/>
              <a:t>Third level</a:t>
            </a:r>
          </a:p>
          <a:p>
            <a:pPr lvl="3"/>
            <a:r>
              <a:rPr lang="en-US" altLang="ro-RO" smtClean="0"/>
              <a:t>Fourth level</a:t>
            </a:r>
          </a:p>
          <a:p>
            <a:pPr lvl="4"/>
            <a:r>
              <a:rPr lang="en-US" altLang="ro-RO" smtClean="0"/>
              <a:t>Fifth level</a:t>
            </a:r>
          </a:p>
        </p:txBody>
      </p:sp>
      <p:sp>
        <p:nvSpPr>
          <p:cNvPr id="213008" name="Rectangle 16"/>
          <p:cNvSpPr>
            <a:spLocks noGrp="1" noChangeArrowheads="1"/>
          </p:cNvSpPr>
          <p:nvPr>
            <p:ph type="dt" sz="half" idx="2"/>
          </p:nvPr>
        </p:nvSpPr>
        <p:spPr bwMode="auto">
          <a:xfrm>
            <a:off x="504825" y="6884988"/>
            <a:ext cx="2351088" cy="523875"/>
          </a:xfrm>
          <a:prstGeom prst="rect">
            <a:avLst/>
          </a:prstGeom>
          <a:noFill/>
          <a:ln w="9525">
            <a:noFill/>
            <a:miter lim="800000"/>
            <a:headEnd/>
            <a:tailEnd/>
          </a:ln>
          <a:effectLst/>
        </p:spPr>
        <p:txBody>
          <a:bodyPr vert="horz" wrap="square" lIns="100794" tIns="50397" rIns="100794" bIns="50397" numCol="1" anchor="b" anchorCtr="0" compatLnSpc="1">
            <a:prstTxWarp prst="textNoShape">
              <a:avLst/>
            </a:prstTxWarp>
          </a:bodyPr>
          <a:lstStyle>
            <a:lvl1pPr eaLnBrk="1" hangingPunct="1">
              <a:defRPr sz="13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par>
    </p:tnLst>
  </p:timing>
  <p:txStyles>
    <p:titleStyle>
      <a:lvl1pPr algn="l" defTabSz="1008063" rtl="0" eaLnBrk="0" fontAlgn="base" hangingPunct="0">
        <a:spcBef>
          <a:spcPct val="0"/>
        </a:spcBef>
        <a:spcAft>
          <a:spcPct val="0"/>
        </a:spcAft>
        <a:defRPr sz="4900">
          <a:solidFill>
            <a:schemeClr val="tx1"/>
          </a:solidFill>
          <a:latin typeface="+mj-lt"/>
          <a:ea typeface="+mj-ea"/>
          <a:cs typeface="+mj-cs"/>
        </a:defRPr>
      </a:lvl1pPr>
      <a:lvl2pPr algn="l" defTabSz="1008063" rtl="0" eaLnBrk="0" fontAlgn="base" hangingPunct="0">
        <a:spcBef>
          <a:spcPct val="0"/>
        </a:spcBef>
        <a:spcAft>
          <a:spcPct val="0"/>
        </a:spcAft>
        <a:defRPr sz="4900">
          <a:solidFill>
            <a:schemeClr val="tx1"/>
          </a:solidFill>
          <a:latin typeface="Arial" charset="0"/>
        </a:defRPr>
      </a:lvl2pPr>
      <a:lvl3pPr algn="l" defTabSz="1008063" rtl="0" eaLnBrk="0" fontAlgn="base" hangingPunct="0">
        <a:spcBef>
          <a:spcPct val="0"/>
        </a:spcBef>
        <a:spcAft>
          <a:spcPct val="0"/>
        </a:spcAft>
        <a:defRPr sz="4900">
          <a:solidFill>
            <a:schemeClr val="tx1"/>
          </a:solidFill>
          <a:latin typeface="Arial" charset="0"/>
        </a:defRPr>
      </a:lvl3pPr>
      <a:lvl4pPr algn="l" defTabSz="1008063" rtl="0" eaLnBrk="0" fontAlgn="base" hangingPunct="0">
        <a:spcBef>
          <a:spcPct val="0"/>
        </a:spcBef>
        <a:spcAft>
          <a:spcPct val="0"/>
        </a:spcAft>
        <a:defRPr sz="4900">
          <a:solidFill>
            <a:schemeClr val="tx1"/>
          </a:solidFill>
          <a:latin typeface="Arial" charset="0"/>
        </a:defRPr>
      </a:lvl4pPr>
      <a:lvl5pPr algn="l" defTabSz="1008063" rtl="0" eaLnBrk="0" fontAlgn="base" hangingPunct="0">
        <a:spcBef>
          <a:spcPct val="0"/>
        </a:spcBef>
        <a:spcAft>
          <a:spcPct val="0"/>
        </a:spcAft>
        <a:defRPr sz="4900">
          <a:solidFill>
            <a:schemeClr val="tx1"/>
          </a:solidFill>
          <a:latin typeface="Arial" charset="0"/>
        </a:defRPr>
      </a:lvl5pPr>
      <a:lvl6pPr marL="457200" algn="l" defTabSz="1008063" rtl="0" fontAlgn="base">
        <a:spcBef>
          <a:spcPct val="0"/>
        </a:spcBef>
        <a:spcAft>
          <a:spcPct val="0"/>
        </a:spcAft>
        <a:defRPr sz="4900">
          <a:solidFill>
            <a:schemeClr val="tx1"/>
          </a:solidFill>
          <a:latin typeface="Arial" charset="0"/>
        </a:defRPr>
      </a:lvl6pPr>
      <a:lvl7pPr marL="914400" algn="l" defTabSz="1008063" rtl="0" fontAlgn="base">
        <a:spcBef>
          <a:spcPct val="0"/>
        </a:spcBef>
        <a:spcAft>
          <a:spcPct val="0"/>
        </a:spcAft>
        <a:defRPr sz="4900">
          <a:solidFill>
            <a:schemeClr val="tx1"/>
          </a:solidFill>
          <a:latin typeface="Arial" charset="0"/>
        </a:defRPr>
      </a:lvl7pPr>
      <a:lvl8pPr marL="1371600" algn="l" defTabSz="1008063" rtl="0" fontAlgn="base">
        <a:spcBef>
          <a:spcPct val="0"/>
        </a:spcBef>
        <a:spcAft>
          <a:spcPct val="0"/>
        </a:spcAft>
        <a:defRPr sz="4900">
          <a:solidFill>
            <a:schemeClr val="tx1"/>
          </a:solidFill>
          <a:latin typeface="Arial" charset="0"/>
        </a:defRPr>
      </a:lvl8pPr>
      <a:lvl9pPr marL="1828800" algn="l" defTabSz="1008063" rtl="0" fontAlgn="base">
        <a:spcBef>
          <a:spcPct val="0"/>
        </a:spcBef>
        <a:spcAft>
          <a:spcPct val="0"/>
        </a:spcAft>
        <a:defRPr sz="4900">
          <a:solidFill>
            <a:schemeClr val="tx1"/>
          </a:solidFill>
          <a:latin typeface="Arial" charset="0"/>
        </a:defRPr>
      </a:lvl9pPr>
    </p:titleStyle>
    <p:bodyStyle>
      <a:lvl1pPr marL="377825" indent="-377825" algn="l" defTabSz="1008063" rtl="0" eaLnBrk="0" fontAlgn="base" hangingPunct="0">
        <a:spcBef>
          <a:spcPct val="20000"/>
        </a:spcBef>
        <a:spcAft>
          <a:spcPct val="0"/>
        </a:spcAft>
        <a:buClr>
          <a:schemeClr val="bg2"/>
        </a:buClr>
        <a:buSzPct val="75000"/>
        <a:buFont typeface="Wingdings" panose="05000000000000000000" pitchFamily="2" charset="2"/>
        <a:buChar char="n"/>
        <a:defRPr sz="3500">
          <a:solidFill>
            <a:schemeClr val="tx1"/>
          </a:solidFill>
          <a:latin typeface="+mn-lt"/>
          <a:ea typeface="+mn-ea"/>
          <a:cs typeface="+mn-cs"/>
        </a:defRPr>
      </a:lvl1pPr>
      <a:lvl2pPr marL="819150" indent="-315913" algn="l" defTabSz="1008063" rtl="0" eaLnBrk="0" fontAlgn="base" hangingPunct="0">
        <a:spcBef>
          <a:spcPct val="20000"/>
        </a:spcBef>
        <a:spcAft>
          <a:spcPct val="0"/>
        </a:spcAft>
        <a:buClr>
          <a:schemeClr val="accent2"/>
        </a:buClr>
        <a:buSzPct val="80000"/>
        <a:buFont typeface="Wingdings" panose="05000000000000000000" pitchFamily="2" charset="2"/>
        <a:buChar char="¨"/>
        <a:defRPr sz="3100">
          <a:solidFill>
            <a:schemeClr val="tx1"/>
          </a:solidFill>
          <a:latin typeface="+mn-lt"/>
        </a:defRPr>
      </a:lvl2pPr>
      <a:lvl3pPr marL="1260475" indent="-252413" algn="l" defTabSz="1008063" rtl="0" eaLnBrk="0" fontAlgn="base" hangingPunct="0">
        <a:spcBef>
          <a:spcPct val="20000"/>
        </a:spcBef>
        <a:spcAft>
          <a:spcPct val="0"/>
        </a:spcAft>
        <a:buClr>
          <a:schemeClr val="bg2"/>
        </a:buClr>
        <a:buSzPct val="65000"/>
        <a:buFont typeface="Wingdings" panose="05000000000000000000" pitchFamily="2" charset="2"/>
        <a:buChar char="n"/>
        <a:defRPr sz="2600">
          <a:solidFill>
            <a:schemeClr val="tx1"/>
          </a:solidFill>
          <a:latin typeface="+mn-lt"/>
        </a:defRPr>
      </a:lvl3pPr>
      <a:lvl4pPr marL="1763713" indent="-252413" algn="l" defTabSz="1008063" rtl="0" eaLnBrk="0" fontAlgn="base" hangingPunct="0">
        <a:spcBef>
          <a:spcPct val="20000"/>
        </a:spcBef>
        <a:spcAft>
          <a:spcPct val="0"/>
        </a:spcAft>
        <a:buClr>
          <a:schemeClr val="accent2"/>
        </a:buClr>
        <a:buSzPct val="70000"/>
        <a:buFont typeface="Wingdings" panose="05000000000000000000" pitchFamily="2" charset="2"/>
        <a:buChar char="¨"/>
        <a:defRPr sz="2200">
          <a:solidFill>
            <a:schemeClr val="tx1"/>
          </a:solidFill>
          <a:latin typeface="+mn-lt"/>
        </a:defRPr>
      </a:lvl4pPr>
      <a:lvl5pPr marL="2268538" indent="-252413" algn="l" defTabSz="1008063" rtl="0" eaLnBrk="0" fontAlgn="base" hangingPunct="0">
        <a:spcBef>
          <a:spcPct val="20000"/>
        </a:spcBef>
        <a:spcAft>
          <a:spcPct val="0"/>
        </a:spcAft>
        <a:buClr>
          <a:schemeClr val="bg2"/>
        </a:buClr>
        <a:buFont typeface="Wingdings" panose="05000000000000000000" pitchFamily="2" charset="2"/>
        <a:buChar char="§"/>
        <a:defRPr sz="2200">
          <a:solidFill>
            <a:schemeClr val="tx1"/>
          </a:solidFill>
          <a:latin typeface="+mn-lt"/>
        </a:defRPr>
      </a:lvl5pPr>
      <a:lvl6pPr marL="2725738" indent="-252413" algn="l" defTabSz="1008063" rtl="0" fontAlgn="base">
        <a:spcBef>
          <a:spcPct val="20000"/>
        </a:spcBef>
        <a:spcAft>
          <a:spcPct val="0"/>
        </a:spcAft>
        <a:buClr>
          <a:schemeClr val="bg2"/>
        </a:buClr>
        <a:buFont typeface="Wingdings" pitchFamily="2" charset="2"/>
        <a:buChar char="§"/>
        <a:defRPr sz="2200">
          <a:solidFill>
            <a:schemeClr val="tx1"/>
          </a:solidFill>
          <a:latin typeface="+mn-lt"/>
        </a:defRPr>
      </a:lvl6pPr>
      <a:lvl7pPr marL="3182938" indent="-252413" algn="l" defTabSz="1008063" rtl="0" fontAlgn="base">
        <a:spcBef>
          <a:spcPct val="20000"/>
        </a:spcBef>
        <a:spcAft>
          <a:spcPct val="0"/>
        </a:spcAft>
        <a:buClr>
          <a:schemeClr val="bg2"/>
        </a:buClr>
        <a:buFont typeface="Wingdings" pitchFamily="2" charset="2"/>
        <a:buChar char="§"/>
        <a:defRPr sz="2200">
          <a:solidFill>
            <a:schemeClr val="tx1"/>
          </a:solidFill>
          <a:latin typeface="+mn-lt"/>
        </a:defRPr>
      </a:lvl7pPr>
      <a:lvl8pPr marL="3640138" indent="-252413" algn="l" defTabSz="1008063" rtl="0" fontAlgn="base">
        <a:spcBef>
          <a:spcPct val="20000"/>
        </a:spcBef>
        <a:spcAft>
          <a:spcPct val="0"/>
        </a:spcAft>
        <a:buClr>
          <a:schemeClr val="bg2"/>
        </a:buClr>
        <a:buFont typeface="Wingdings" pitchFamily="2" charset="2"/>
        <a:buChar char="§"/>
        <a:defRPr sz="2200">
          <a:solidFill>
            <a:schemeClr val="tx1"/>
          </a:solidFill>
          <a:latin typeface="+mn-lt"/>
        </a:defRPr>
      </a:lvl8pPr>
      <a:lvl9pPr marL="4097338" indent="-252413" algn="l" defTabSz="1008063" rtl="0" fontAlgn="base">
        <a:spcBef>
          <a:spcPct val="20000"/>
        </a:spcBef>
        <a:spcAft>
          <a:spcPct val="0"/>
        </a:spcAft>
        <a:buClr>
          <a:schemeClr val="bg2"/>
        </a:buClr>
        <a:buFont typeface="Wingdings" pitchFamily="2" charset="2"/>
        <a:buChar char="§"/>
        <a:defRPr sz="2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marL="1439863" eaLnBrk="1" hangingPunct="1"/>
            <a:r>
              <a:rPr lang="en-US" altLang="ro-RO" smtClean="0"/>
              <a:t>Fisiere : Cuprins</a:t>
            </a:r>
          </a:p>
        </p:txBody>
      </p:sp>
      <p:sp>
        <p:nvSpPr>
          <p:cNvPr id="4099" name="Rectangle 3"/>
          <p:cNvSpPr>
            <a:spLocks noGrp="1" noChangeArrowheads="1"/>
          </p:cNvSpPr>
          <p:nvPr>
            <p:ph type="body" idx="1"/>
          </p:nvPr>
        </p:nvSpPr>
        <p:spPr/>
        <p:txBody>
          <a:bodyPr/>
          <a:lstStyle/>
          <a:p>
            <a:pPr marL="717550" indent="-717550" eaLnBrk="1" hangingPunct="1">
              <a:buSzPct val="112000"/>
              <a:buFont typeface="StarSymbol" charset="0"/>
              <a:buAutoNum type="arabicPeriod"/>
            </a:pPr>
            <a:r>
              <a:rPr lang="en-GB" altLang="ro-RO" sz="4400" b="1" smtClean="0">
                <a:solidFill>
                  <a:srgbClr val="FF0000"/>
                </a:solidFill>
              </a:rPr>
              <a:t> </a:t>
            </a:r>
            <a:r>
              <a:rPr lang="en-GB" altLang="ro-RO" sz="4400" b="1" smtClean="0"/>
              <a:t>Operatii cu fisiere. Clasa File</a:t>
            </a:r>
          </a:p>
          <a:p>
            <a:pPr marL="717550" indent="-717550" eaLnBrk="1" hangingPunct="1">
              <a:buSzPct val="112000"/>
              <a:buFont typeface="StarSymbol" charset="0"/>
              <a:buAutoNum type="arabicPeriod"/>
            </a:pPr>
            <a:r>
              <a:rPr lang="en-GB" altLang="ro-RO" sz="4400" b="1" smtClean="0"/>
              <a:t> Acces aleator la fisiere</a:t>
            </a:r>
          </a:p>
          <a:p>
            <a:pPr marL="717550" indent="-717550" eaLnBrk="1" hangingPunct="1">
              <a:buSzPct val="112000"/>
              <a:buFont typeface="StarSymbol" charset="0"/>
              <a:buAutoNum type="arabicPeriod"/>
            </a:pPr>
            <a:r>
              <a:rPr lang="en-GB" altLang="ro-RO" sz="4400" b="1" smtClean="0"/>
              <a:t> Fluxuri de date</a:t>
            </a:r>
          </a:p>
          <a:p>
            <a:pPr marL="717550" indent="-717550" eaLnBrk="1" hangingPunct="1">
              <a:buSzPct val="112000"/>
              <a:buFont typeface="StarSymbol" charset="0"/>
              <a:buAutoNum type="arabicPeriod"/>
            </a:pPr>
            <a:r>
              <a:rPr lang="en-GB" altLang="ro-RO" sz="4400" b="1" smtClean="0"/>
              <a:t> </a:t>
            </a:r>
            <a:r>
              <a:rPr lang="en-GB" altLang="ro-RO" sz="4400" b="1" smtClean="0">
                <a:solidFill>
                  <a:srgbClr val="FF0000"/>
                </a:solidFill>
              </a:rPr>
              <a:t>Serializarea obiectelor</a:t>
            </a:r>
            <a:endParaRPr lang="en-US" altLang="ro-RO" sz="4400" b="1" smtClean="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marL="1439863" eaLnBrk="1" hangingPunct="1"/>
            <a:r>
              <a:rPr lang="en-US" altLang="ro-RO" smtClean="0"/>
              <a:t>Serializarea obiectelor</a:t>
            </a:r>
          </a:p>
        </p:txBody>
      </p:sp>
      <p:sp>
        <p:nvSpPr>
          <p:cNvPr id="6147" name="Rectangle 3"/>
          <p:cNvSpPr>
            <a:spLocks noGrp="1" noChangeArrowheads="1"/>
          </p:cNvSpPr>
          <p:nvPr>
            <p:ph type="body" idx="1"/>
          </p:nvPr>
        </p:nvSpPr>
        <p:spPr>
          <a:xfrm>
            <a:off x="468313" y="1951038"/>
            <a:ext cx="9072562" cy="4283075"/>
          </a:xfrm>
        </p:spPr>
        <p:txBody>
          <a:bodyPr/>
          <a:lstStyle/>
          <a:p>
            <a:pPr eaLnBrk="1" hangingPunct="1"/>
            <a:r>
              <a:rPr lang="en-GB" altLang="ro-RO" sz="2800" b="1" smtClean="0"/>
              <a:t>Serializarea</a:t>
            </a:r>
            <a:r>
              <a:rPr lang="en-GB" altLang="ro-RO" sz="2800" smtClean="0"/>
              <a:t> este posibilitatea de a citi si scrie obiecte din memorie in fluxuri de date. Serializarea este transformarea unui obiect </a:t>
            </a:r>
            <a:r>
              <a:rPr lang="ro-RO" altLang="ro-RO" sz="2800" smtClean="0"/>
              <a:t>î</a:t>
            </a:r>
            <a:r>
              <a:rPr lang="en-GB" altLang="ro-RO" sz="2800" smtClean="0"/>
              <a:t>ntr-o secven</a:t>
            </a:r>
            <a:r>
              <a:rPr lang="ro-RO" altLang="ro-RO" sz="2800" smtClean="0"/>
              <a:t>ţă</a:t>
            </a:r>
            <a:r>
              <a:rPr lang="en-GB" altLang="ro-RO" sz="2800" smtClean="0"/>
              <a:t> de octe</a:t>
            </a:r>
            <a:r>
              <a:rPr lang="ro-RO" altLang="ro-RO" sz="2800" smtClean="0"/>
              <a:t>ţ</a:t>
            </a:r>
            <a:r>
              <a:rPr lang="en-GB" altLang="ro-RO" sz="2800" smtClean="0"/>
              <a:t>i, din care s</a:t>
            </a:r>
            <a:r>
              <a:rPr lang="ro-RO" altLang="ro-RO" sz="2800" smtClean="0"/>
              <a:t>ă </a:t>
            </a:r>
            <a:r>
              <a:rPr lang="en-GB" altLang="ro-RO" sz="2800" smtClean="0"/>
              <a:t>poat</a:t>
            </a:r>
            <a:r>
              <a:rPr lang="ro-RO" altLang="ro-RO" sz="2800" smtClean="0"/>
              <a:t>ă</a:t>
            </a:r>
            <a:r>
              <a:rPr lang="en-GB" altLang="ro-RO" sz="2800" smtClean="0"/>
              <a:t> fi ref</a:t>
            </a:r>
            <a:r>
              <a:rPr lang="ro-RO" altLang="ro-RO" sz="2800" smtClean="0"/>
              <a:t>ă</a:t>
            </a:r>
            <a:r>
              <a:rPr lang="en-GB" altLang="ro-RO" sz="2800" smtClean="0"/>
              <a:t>cut ulterior obiectul original.</a:t>
            </a:r>
          </a:p>
          <a:p>
            <a:pPr eaLnBrk="1" hangingPunct="1"/>
            <a:endParaRPr lang="en-GB" altLang="ro-RO" sz="2800" smtClean="0"/>
          </a:p>
          <a:p>
            <a:pPr eaLnBrk="1" hangingPunct="1"/>
            <a:r>
              <a:rPr lang="en-GB" altLang="ro-RO" sz="2800" smtClean="0"/>
              <a:t>Pentru a putea serializa un obiect, clasa din care face parte trebuie sa implementeze interfata </a:t>
            </a:r>
            <a:r>
              <a:rPr lang="en-GB" altLang="ro-RO" sz="2800" b="1" smtClean="0"/>
              <a:t>Serializable</a:t>
            </a:r>
          </a:p>
          <a:p>
            <a:pPr eaLnBrk="1" hangingPunct="1"/>
            <a:endParaRPr lang="en-GB" altLang="ro-RO" sz="2800" smtClean="0"/>
          </a:p>
          <a:p>
            <a:pPr eaLnBrk="1" hangingPunct="1"/>
            <a:r>
              <a:rPr lang="en-GB" altLang="ro-RO" sz="2800" smtClean="0"/>
              <a:t>Sunt serializate doar </a:t>
            </a:r>
            <a:r>
              <a:rPr lang="en-GB" altLang="ro-RO" sz="2800" b="1" smtClean="0"/>
              <a:t>atributele de instanta</a:t>
            </a:r>
            <a:r>
              <a:rPr lang="en-GB" altLang="ro-RO" sz="2800" smtClean="0"/>
              <a:t>, nu se serializeaza atributele statice si metodele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marL="1439863" eaLnBrk="1" hangingPunct="1"/>
            <a:r>
              <a:rPr lang="en-US" altLang="ro-RO" smtClean="0"/>
              <a:t>Serializarea obiectelor</a:t>
            </a:r>
          </a:p>
        </p:txBody>
      </p:sp>
      <p:sp>
        <p:nvSpPr>
          <p:cNvPr id="8195" name="Rectangle 3"/>
          <p:cNvSpPr>
            <a:spLocks noGrp="1" noChangeArrowheads="1"/>
          </p:cNvSpPr>
          <p:nvPr>
            <p:ph type="body" idx="1"/>
          </p:nvPr>
        </p:nvSpPr>
        <p:spPr/>
        <p:txBody>
          <a:bodyPr/>
          <a:lstStyle/>
          <a:p>
            <a:pPr eaLnBrk="1" hangingPunct="1"/>
            <a:r>
              <a:rPr lang="en-GB" altLang="ro-RO" sz="2800" smtClean="0"/>
              <a:t>Nu toate obiectele pot fi serializate (ex. fluxuri, conexiuni retea)</a:t>
            </a:r>
          </a:p>
          <a:p>
            <a:pPr eaLnBrk="1" hangingPunct="1"/>
            <a:endParaRPr lang="en-GB" altLang="ro-RO" sz="2800" smtClean="0"/>
          </a:p>
          <a:p>
            <a:pPr eaLnBrk="1" hangingPunct="1"/>
            <a:r>
              <a:rPr lang="en-GB" altLang="ro-RO" sz="2800" smtClean="0"/>
              <a:t>Serializarea se aplica </a:t>
            </a:r>
            <a:r>
              <a:rPr lang="en-GB" altLang="ro-RO" sz="2800" b="1" smtClean="0"/>
              <a:t>recursiv</a:t>
            </a:r>
            <a:r>
              <a:rPr lang="en-GB" altLang="ro-RO" sz="2800" smtClean="0"/>
              <a:t>, la salvarea unui obiect se serializeaza toate obiectele cu care este asociat (toate atributele de tip obiect serializabil)</a:t>
            </a:r>
          </a:p>
          <a:p>
            <a:pPr eaLnBrk="1" hangingPunct="1"/>
            <a:endParaRPr lang="en-GB" altLang="ro-RO" sz="2800" smtClean="0"/>
          </a:p>
          <a:p>
            <a:pPr eaLnBrk="1" hangingPunct="1"/>
            <a:r>
              <a:rPr lang="en-GB" altLang="ro-RO" sz="2800" smtClean="0"/>
              <a:t>Ex: daca serializam un obiect Examen se vor serializa toate obiectele Student continute</a:t>
            </a:r>
            <a:endParaRPr lang="en-GB" altLang="ro-RO" sz="2800" b="1" smtClean="0">
              <a:latin typeface="Courier New" panose="02070309020205020404" pitchFamily="49"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ro-RO" altLang="ro-RO" smtClean="0"/>
              <a:t>Serializarea obiectelor </a:t>
            </a:r>
            <a:endParaRPr lang="en-US" altLang="ro-RO" smtClean="0"/>
          </a:p>
        </p:txBody>
      </p:sp>
      <p:sp>
        <p:nvSpPr>
          <p:cNvPr id="10243" name="Rectangle 3"/>
          <p:cNvSpPr>
            <a:spLocks noGrp="1" noChangeArrowheads="1"/>
          </p:cNvSpPr>
          <p:nvPr>
            <p:ph type="body" idx="1"/>
          </p:nvPr>
        </p:nvSpPr>
        <p:spPr>
          <a:xfrm>
            <a:off x="239713" y="1722438"/>
            <a:ext cx="9448800" cy="4283075"/>
          </a:xfrm>
        </p:spPr>
        <p:txBody>
          <a:bodyPr/>
          <a:lstStyle/>
          <a:p>
            <a:pPr eaLnBrk="1" hangingPunct="1">
              <a:lnSpc>
                <a:spcPct val="80000"/>
              </a:lnSpc>
            </a:pPr>
            <a:r>
              <a:rPr lang="ro-RO" altLang="ro-RO" sz="2400" smtClean="0"/>
              <a:t>Clasele folosite:</a:t>
            </a:r>
          </a:p>
          <a:p>
            <a:pPr lvl="1" eaLnBrk="1" hangingPunct="1">
              <a:lnSpc>
                <a:spcPct val="80000"/>
              </a:lnSpc>
            </a:pPr>
            <a:r>
              <a:rPr lang="en-US" altLang="ro-RO" sz="2400" smtClean="0"/>
              <a:t>ObjectOutputStream</a:t>
            </a:r>
          </a:p>
          <a:p>
            <a:pPr lvl="1" eaLnBrk="1" hangingPunct="1">
              <a:lnSpc>
                <a:spcPct val="80000"/>
              </a:lnSpc>
            </a:pPr>
            <a:r>
              <a:rPr lang="en-US" altLang="ro-RO" sz="2400" smtClean="0"/>
              <a:t>ObjectInputStream</a:t>
            </a:r>
          </a:p>
          <a:p>
            <a:pPr eaLnBrk="1" hangingPunct="1">
              <a:lnSpc>
                <a:spcPct val="80000"/>
              </a:lnSpc>
            </a:pPr>
            <a:r>
              <a:rPr lang="en-US" altLang="ro-RO" sz="2400" smtClean="0"/>
              <a:t>Mecanismul implicit va salva:</a:t>
            </a:r>
          </a:p>
          <a:p>
            <a:pPr lvl="1" eaLnBrk="1" hangingPunct="1">
              <a:lnSpc>
                <a:spcPct val="80000"/>
              </a:lnSpc>
            </a:pPr>
            <a:r>
              <a:rPr lang="en-US" altLang="ro-RO" sz="2400" smtClean="0"/>
              <a:t>Numele clasei obiectului.</a:t>
            </a:r>
          </a:p>
          <a:p>
            <a:pPr lvl="1" eaLnBrk="1" hangingPunct="1">
              <a:lnSpc>
                <a:spcPct val="80000"/>
              </a:lnSpc>
            </a:pPr>
            <a:r>
              <a:rPr lang="en-US" altLang="ro-RO" sz="2400" smtClean="0"/>
              <a:t>Signatura clasei.</a:t>
            </a:r>
          </a:p>
          <a:p>
            <a:pPr lvl="1" eaLnBrk="1" hangingPunct="1">
              <a:lnSpc>
                <a:spcPct val="80000"/>
              </a:lnSpc>
            </a:pPr>
            <a:r>
              <a:rPr lang="en-US" altLang="ro-RO" sz="2400" smtClean="0"/>
              <a:t>Valorile tuturor c</a:t>
            </a:r>
            <a:r>
              <a:rPr lang="ro-RO" altLang="ro-RO" sz="2400" smtClean="0"/>
              <a:t>â</a:t>
            </a:r>
            <a:r>
              <a:rPr lang="en-US" altLang="ro-RO" sz="2400" smtClean="0"/>
              <a:t>mpurile serializabile.</a:t>
            </a:r>
          </a:p>
          <a:p>
            <a:pPr eaLnBrk="1" hangingPunct="1">
              <a:lnSpc>
                <a:spcPct val="80000"/>
              </a:lnSpc>
            </a:pPr>
            <a:r>
              <a:rPr lang="en-US" altLang="ro-RO" sz="2400" smtClean="0"/>
              <a:t>Acesta este un proces recursiv, de serializare</a:t>
            </a:r>
            <a:r>
              <a:rPr lang="ro-RO" altLang="ro-RO" sz="2400" smtClean="0"/>
              <a:t> </a:t>
            </a:r>
            <a:r>
              <a:rPr lang="en-US" altLang="ro-RO" sz="2400" smtClean="0"/>
              <a:t>a obiectelor referite (”re</a:t>
            </a:r>
            <a:r>
              <a:rPr lang="ro-RO" altLang="ro-RO" sz="2400" smtClean="0"/>
              <a:t>ţ</a:t>
            </a:r>
            <a:r>
              <a:rPr lang="en-US" altLang="ro-RO" sz="2400" smtClean="0"/>
              <a:t>eaua</a:t>
            </a:r>
            <a:r>
              <a:rPr lang="ro-RO" altLang="ro-RO" sz="2400" smtClean="0"/>
              <a:t> </a:t>
            </a:r>
            <a:r>
              <a:rPr lang="en-US" altLang="ro-RO" sz="2400" smtClean="0"/>
              <a:t>de obiecte”);</a:t>
            </a:r>
          </a:p>
          <a:p>
            <a:pPr eaLnBrk="1" hangingPunct="1">
              <a:lnSpc>
                <a:spcPct val="80000"/>
              </a:lnSpc>
            </a:pPr>
            <a:r>
              <a:rPr lang="en-US" altLang="ro-RO" sz="2400" smtClean="0"/>
              <a:t>Metode:</a:t>
            </a:r>
          </a:p>
          <a:p>
            <a:pPr lvl="1" eaLnBrk="1" hangingPunct="1">
              <a:lnSpc>
                <a:spcPct val="80000"/>
              </a:lnSpc>
            </a:pPr>
            <a:r>
              <a:rPr lang="en-US" altLang="ro-RO" sz="2400" smtClean="0"/>
              <a:t>writeObject, pentru scriere </a:t>
            </a:r>
            <a:r>
              <a:rPr lang="ro-RO" altLang="ro-RO" sz="2400" smtClean="0"/>
              <a:t>ş</a:t>
            </a:r>
            <a:r>
              <a:rPr lang="en-US" altLang="ro-RO" sz="2400" smtClean="0"/>
              <a:t>i</a:t>
            </a:r>
          </a:p>
          <a:p>
            <a:pPr lvl="1" eaLnBrk="1" hangingPunct="1">
              <a:lnSpc>
                <a:spcPct val="80000"/>
              </a:lnSpc>
            </a:pPr>
            <a:r>
              <a:rPr lang="en-US" altLang="ro-RO" sz="2400" smtClean="0"/>
              <a:t>readObject, pentru restaurare.</a:t>
            </a:r>
            <a:endParaRPr lang="ro-RO" altLang="ro-RO" sz="2400" smtClean="0"/>
          </a:p>
          <a:p>
            <a:pPr eaLnBrk="1" hangingPunct="1">
              <a:lnSpc>
                <a:spcPct val="80000"/>
              </a:lnSpc>
            </a:pPr>
            <a:r>
              <a:rPr lang="it-IT" altLang="ro-RO" sz="2400" smtClean="0"/>
              <a:t>Pentru a putea fi serializat un obiect trebuie sa fie instanta a unei clase care implementeaza una din interfetele :</a:t>
            </a:r>
          </a:p>
          <a:p>
            <a:pPr lvl="1" eaLnBrk="1" hangingPunct="1">
              <a:lnSpc>
                <a:spcPct val="80000"/>
              </a:lnSpc>
            </a:pPr>
            <a:r>
              <a:rPr lang="it-IT" altLang="ro-RO" sz="2400" smtClean="0"/>
              <a:t>- java.io.Serializable sau</a:t>
            </a:r>
          </a:p>
          <a:p>
            <a:pPr lvl="1" eaLnBrk="1" hangingPunct="1">
              <a:lnSpc>
                <a:spcPct val="80000"/>
              </a:lnSpc>
            </a:pPr>
            <a:r>
              <a:rPr lang="it-IT" altLang="ro-RO" sz="2400" smtClean="0"/>
              <a:t>- java.io.Externalizable  (care extinde clasa Serializable)</a:t>
            </a:r>
            <a:endParaRPr lang="en-US" altLang="ro-RO" sz="240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68313" y="198438"/>
            <a:ext cx="9072562" cy="1512887"/>
          </a:xfrm>
        </p:spPr>
        <p:txBody>
          <a:bodyPr/>
          <a:lstStyle/>
          <a:p>
            <a:pPr eaLnBrk="1" hangingPunct="1"/>
            <a:r>
              <a:rPr lang="ro-RO" altLang="ro-RO" smtClean="0"/>
              <a:t>Serializarea obiectelor</a:t>
            </a:r>
            <a:endParaRPr lang="en-US" altLang="ro-RO" smtClean="0"/>
          </a:p>
        </p:txBody>
      </p:sp>
      <p:sp>
        <p:nvSpPr>
          <p:cNvPr id="12291" name="Rectangle 3"/>
          <p:cNvSpPr>
            <a:spLocks noGrp="1" noChangeArrowheads="1"/>
          </p:cNvSpPr>
          <p:nvPr>
            <p:ph type="body" idx="1"/>
          </p:nvPr>
        </p:nvSpPr>
        <p:spPr>
          <a:xfrm>
            <a:off x="239713" y="1570038"/>
            <a:ext cx="9072562" cy="4283075"/>
          </a:xfrm>
        </p:spPr>
        <p:txBody>
          <a:bodyPr/>
          <a:lstStyle/>
          <a:p>
            <a:pPr eaLnBrk="1" hangingPunct="1">
              <a:lnSpc>
                <a:spcPct val="80000"/>
              </a:lnSpc>
            </a:pPr>
            <a:r>
              <a:rPr lang="it-IT" altLang="ro-RO" sz="2200" smtClean="0"/>
              <a:t>Interfata Serializ</a:t>
            </a:r>
            <a:r>
              <a:rPr lang="ro-RO" altLang="ro-RO" sz="2200" smtClean="0"/>
              <a:t>abl</a:t>
            </a:r>
            <a:r>
              <a:rPr lang="it-IT" altLang="ro-RO" sz="2200" smtClean="0"/>
              <a:t>e nu are nici o metoda, ea da doar posibilitatea de a specifica faptul ca se doreste ca o anumita clasa sa poata fi serializata. Declaratia unei astfel de clase ar fi :</a:t>
            </a:r>
          </a:p>
          <a:p>
            <a:pPr eaLnBrk="1" hangingPunct="1">
              <a:lnSpc>
                <a:spcPct val="80000"/>
              </a:lnSpc>
            </a:pPr>
            <a:r>
              <a:rPr lang="it-IT" altLang="ro-RO" sz="2200" smtClean="0"/>
              <a:t>class ClasaSerializabila implements Serializable {...}</a:t>
            </a:r>
          </a:p>
          <a:p>
            <a:pPr eaLnBrk="1" hangingPunct="1">
              <a:lnSpc>
                <a:spcPct val="80000"/>
              </a:lnSpc>
            </a:pPr>
            <a:r>
              <a:rPr lang="it-IT" altLang="ro-RO" sz="2200" smtClean="0"/>
              <a:t>In urma serializarii obiectele pot fi salvat</a:t>
            </a:r>
            <a:r>
              <a:rPr lang="ro-RO" altLang="ro-RO" sz="2200" smtClean="0"/>
              <a:t>e</a:t>
            </a:r>
            <a:r>
              <a:rPr lang="it-IT" altLang="ro-RO" sz="2200" smtClean="0"/>
              <a:t> într-un fisier, în acelasi fisier putând fi salvate si mai multe obiecte. Operatiile de intrare iesire la nivelul obiectelor se realizeaza prin intermediul unor fluxuri de obiecte, implementate de clasele ObjectInputStream si ObjectOutputStream.</a:t>
            </a:r>
          </a:p>
          <a:p>
            <a:pPr eaLnBrk="1" hangingPunct="1">
              <a:lnSpc>
                <a:spcPct val="80000"/>
              </a:lnSpc>
            </a:pPr>
            <a:r>
              <a:rPr lang="it-IT" altLang="ro-RO" sz="2200" smtClean="0"/>
              <a:t>Salvarea unui obiect într-un fisier se realizeaza astfel :</a:t>
            </a:r>
          </a:p>
          <a:p>
            <a:pPr lvl="1" eaLnBrk="1" hangingPunct="1">
              <a:lnSpc>
                <a:spcPct val="80000"/>
              </a:lnSpc>
            </a:pPr>
            <a:r>
              <a:rPr lang="it-IT" altLang="ro-RO" sz="2000" smtClean="0"/>
              <a:t>MyObject o = new MyObject();</a:t>
            </a:r>
          </a:p>
          <a:p>
            <a:pPr lvl="1" eaLnBrk="1" hangingPunct="1">
              <a:lnSpc>
                <a:spcPct val="80000"/>
              </a:lnSpc>
            </a:pPr>
            <a:r>
              <a:rPr lang="it-IT" altLang="ro-RO" sz="2000" smtClean="0"/>
              <a:t>FileOutputStream fout = new FileOutputStream(“fisier”);</a:t>
            </a:r>
            <a:endParaRPr lang="en-GB" altLang="ro-RO" sz="2000" smtClean="0"/>
          </a:p>
          <a:p>
            <a:pPr lvl="1" eaLnBrk="1" hangingPunct="1">
              <a:lnSpc>
                <a:spcPct val="80000"/>
              </a:lnSpc>
            </a:pPr>
            <a:r>
              <a:rPr lang="en-GB" altLang="ro-RO" sz="2000" smtClean="0"/>
              <a:t>ObjectOutputStream sout = new ObjectOutputStream(fout);</a:t>
            </a:r>
          </a:p>
          <a:p>
            <a:pPr lvl="1" eaLnBrk="1" hangingPunct="1">
              <a:lnSpc>
                <a:spcPct val="80000"/>
              </a:lnSpc>
            </a:pPr>
            <a:r>
              <a:rPr lang="en-GB" altLang="ro-RO" sz="2000" smtClean="0"/>
              <a:t>sout.writeObject(o);</a:t>
            </a:r>
            <a:endParaRPr lang="ro-RO" altLang="ro-RO" sz="2000" smtClean="0"/>
          </a:p>
          <a:p>
            <a:pPr eaLnBrk="1" hangingPunct="1">
              <a:lnSpc>
                <a:spcPct val="80000"/>
              </a:lnSpc>
            </a:pPr>
            <a:r>
              <a:rPr lang="en-GB" altLang="ro-RO" sz="2200" smtClean="0"/>
              <a:t>Restaurarea unui obiect salvat într-un fisier se face într-o maniera asemanatoare:</a:t>
            </a:r>
          </a:p>
          <a:p>
            <a:pPr lvl="1" eaLnBrk="1" hangingPunct="1">
              <a:lnSpc>
                <a:spcPct val="80000"/>
              </a:lnSpc>
            </a:pPr>
            <a:r>
              <a:rPr lang="en-GB" altLang="ro-RO" sz="2000" smtClean="0"/>
              <a:t>FileInputStream fin = new FileInputStream(“fisier”);</a:t>
            </a:r>
          </a:p>
          <a:p>
            <a:pPr lvl="1" eaLnBrk="1" hangingPunct="1">
              <a:lnSpc>
                <a:spcPct val="80000"/>
              </a:lnSpc>
            </a:pPr>
            <a:r>
              <a:rPr lang="en-GB" altLang="ro-RO" sz="2000" smtClean="0"/>
              <a:t>ObjectInputStream sin = new ObjectInputStream(fin);</a:t>
            </a:r>
          </a:p>
          <a:p>
            <a:pPr lvl="1" eaLnBrk="1" hangingPunct="1">
              <a:lnSpc>
                <a:spcPct val="80000"/>
              </a:lnSpc>
            </a:pPr>
            <a:r>
              <a:rPr lang="en-GB" altLang="ro-RO" sz="2000" smtClean="0"/>
              <a:t>o = (MyObject) sin.readObject();</a:t>
            </a:r>
            <a:endParaRPr lang="en-US" altLang="ro-RO" sz="200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68313" y="274638"/>
            <a:ext cx="9072562" cy="1512887"/>
          </a:xfrm>
        </p:spPr>
        <p:txBody>
          <a:bodyPr/>
          <a:lstStyle/>
          <a:p>
            <a:pPr eaLnBrk="1" hangingPunct="1"/>
            <a:r>
              <a:rPr lang="ro-RO" altLang="ro-RO" smtClean="0"/>
              <a:t>Serializarea obiectelor</a:t>
            </a:r>
            <a:endParaRPr lang="en-US" altLang="ro-RO" smtClean="0"/>
          </a:p>
        </p:txBody>
      </p:sp>
      <p:sp>
        <p:nvSpPr>
          <p:cNvPr id="14339" name="Rectangle 3"/>
          <p:cNvSpPr>
            <a:spLocks noGrp="1" noChangeArrowheads="1"/>
          </p:cNvSpPr>
          <p:nvPr>
            <p:ph type="body" idx="1"/>
          </p:nvPr>
        </p:nvSpPr>
        <p:spPr>
          <a:xfrm>
            <a:off x="163513" y="1646238"/>
            <a:ext cx="9377362" cy="4283075"/>
          </a:xfrm>
        </p:spPr>
        <p:txBody>
          <a:bodyPr/>
          <a:lstStyle/>
          <a:p>
            <a:pPr eaLnBrk="1" hangingPunct="1">
              <a:lnSpc>
                <a:spcPct val="85000"/>
              </a:lnSpc>
            </a:pPr>
            <a:r>
              <a:rPr lang="en-GB" altLang="ro-RO" sz="2200" smtClean="0"/>
              <a:t>Pe lânga metodele de scriere/citire a obiectelor cele doua clase pun la dispozitie si metode pentru scrierea tipurilor de date primare, astfel încât apeluri ca cele de mai jos sunt permise :</a:t>
            </a:r>
          </a:p>
          <a:p>
            <a:pPr lvl="1" eaLnBrk="1" hangingPunct="1">
              <a:lnSpc>
                <a:spcPct val="85000"/>
              </a:lnSpc>
            </a:pPr>
            <a:r>
              <a:rPr lang="en-GB" altLang="ro-RO" sz="2200" smtClean="0"/>
              <a:t>FileOutputStream ostream = new FileOutputStream("t.tmp");</a:t>
            </a:r>
          </a:p>
          <a:p>
            <a:pPr lvl="1" eaLnBrk="1" hangingPunct="1">
              <a:lnSpc>
                <a:spcPct val="85000"/>
              </a:lnSpc>
            </a:pPr>
            <a:r>
              <a:rPr lang="en-GB" altLang="ro-RO" sz="2200" smtClean="0"/>
              <a:t>ObjectOutputStream p = new ObjectOutputStream(ostream);</a:t>
            </a:r>
          </a:p>
          <a:p>
            <a:pPr lvl="1" eaLnBrk="1" hangingPunct="1">
              <a:lnSpc>
                <a:spcPct val="85000"/>
              </a:lnSpc>
            </a:pPr>
            <a:r>
              <a:rPr lang="en-GB" altLang="ro-RO" sz="2200" smtClean="0"/>
              <a:t>p.writeInt(12345);</a:t>
            </a:r>
          </a:p>
          <a:p>
            <a:pPr lvl="1" eaLnBrk="1" hangingPunct="1">
              <a:lnSpc>
                <a:spcPct val="85000"/>
              </a:lnSpc>
            </a:pPr>
            <a:r>
              <a:rPr lang="en-GB" altLang="ro-RO" sz="2200" smtClean="0"/>
              <a:t>p.writeObject("Today");</a:t>
            </a:r>
          </a:p>
          <a:p>
            <a:pPr lvl="1" eaLnBrk="1" hangingPunct="1">
              <a:lnSpc>
                <a:spcPct val="85000"/>
              </a:lnSpc>
            </a:pPr>
            <a:r>
              <a:rPr lang="en-GB" altLang="ro-RO" sz="2200" smtClean="0"/>
              <a:t>p.writeObject(new Date());</a:t>
            </a:r>
          </a:p>
          <a:p>
            <a:pPr lvl="1" eaLnBrk="1" hangingPunct="1">
              <a:lnSpc>
                <a:spcPct val="85000"/>
              </a:lnSpc>
            </a:pPr>
            <a:r>
              <a:rPr lang="en-GB" altLang="ro-RO" sz="2200" smtClean="0"/>
              <a:t>p.flush();</a:t>
            </a:r>
          </a:p>
          <a:p>
            <a:pPr lvl="1" eaLnBrk="1" hangingPunct="1">
              <a:lnSpc>
                <a:spcPct val="85000"/>
              </a:lnSpc>
            </a:pPr>
            <a:r>
              <a:rPr lang="en-GB" altLang="ro-RO" sz="2200" smtClean="0"/>
              <a:t>ostream.close();</a:t>
            </a:r>
          </a:p>
          <a:p>
            <a:pPr lvl="1" eaLnBrk="1" hangingPunct="1">
              <a:lnSpc>
                <a:spcPct val="85000"/>
              </a:lnSpc>
            </a:pPr>
            <a:r>
              <a:rPr lang="en-GB" altLang="ro-RO" sz="2200" smtClean="0"/>
              <a:t>FileInputStream istream = new FileInputStream("t.tmp");</a:t>
            </a:r>
          </a:p>
          <a:p>
            <a:pPr lvl="1" eaLnBrk="1" hangingPunct="1">
              <a:lnSpc>
                <a:spcPct val="85000"/>
              </a:lnSpc>
            </a:pPr>
            <a:r>
              <a:rPr lang="en-GB" altLang="ro-RO" sz="2200" smtClean="0"/>
              <a:t>ObjectInputStream p = new ObjectInputStream(istream);</a:t>
            </a:r>
          </a:p>
          <a:p>
            <a:pPr lvl="1" eaLnBrk="1" hangingPunct="1">
              <a:lnSpc>
                <a:spcPct val="85000"/>
              </a:lnSpc>
            </a:pPr>
            <a:r>
              <a:rPr lang="en-GB" altLang="ro-RO" sz="2200" smtClean="0"/>
              <a:t>int i = p.readInt();</a:t>
            </a:r>
          </a:p>
          <a:p>
            <a:pPr lvl="1" eaLnBrk="1" hangingPunct="1">
              <a:lnSpc>
                <a:spcPct val="85000"/>
              </a:lnSpc>
            </a:pPr>
            <a:r>
              <a:rPr lang="en-GB" altLang="ro-RO" sz="2200" smtClean="0"/>
              <a:t>String today = (String)p.readObject();</a:t>
            </a:r>
          </a:p>
          <a:p>
            <a:pPr lvl="1" eaLnBrk="1" hangingPunct="1">
              <a:lnSpc>
                <a:spcPct val="85000"/>
              </a:lnSpc>
            </a:pPr>
            <a:r>
              <a:rPr lang="en-GB" altLang="ro-RO" sz="2200" smtClean="0"/>
              <a:t>Date date = (Date)p.readObject();</a:t>
            </a:r>
          </a:p>
          <a:p>
            <a:pPr lvl="1" eaLnBrk="1" hangingPunct="1">
              <a:lnSpc>
                <a:spcPct val="85000"/>
              </a:lnSpc>
            </a:pPr>
            <a:r>
              <a:rPr lang="en-GB" altLang="ro-RO" sz="2200" smtClean="0"/>
              <a:t>istream.close();</a:t>
            </a:r>
            <a:endParaRPr lang="en-US" altLang="ro-RO" sz="22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8313" y="0"/>
            <a:ext cx="9072562" cy="1512888"/>
          </a:xfrm>
        </p:spPr>
        <p:txBody>
          <a:bodyPr/>
          <a:lstStyle/>
          <a:p>
            <a:pPr eaLnBrk="1" hangingPunct="1"/>
            <a:r>
              <a:rPr lang="ro-RO" altLang="ro-RO" smtClean="0"/>
              <a:t>Serializarea obiectelor</a:t>
            </a:r>
            <a:endParaRPr lang="en-US" altLang="ro-RO" smtClean="0"/>
          </a:p>
        </p:txBody>
      </p:sp>
      <p:sp>
        <p:nvSpPr>
          <p:cNvPr id="16387" name="Rectangle 3"/>
          <p:cNvSpPr>
            <a:spLocks noGrp="1" noChangeArrowheads="1"/>
          </p:cNvSpPr>
          <p:nvPr>
            <p:ph type="body" idx="1"/>
          </p:nvPr>
        </p:nvSpPr>
        <p:spPr>
          <a:xfrm>
            <a:off x="315913" y="1417638"/>
            <a:ext cx="9764712" cy="4283075"/>
          </a:xfrm>
        </p:spPr>
        <p:txBody>
          <a:bodyPr/>
          <a:lstStyle/>
          <a:p>
            <a:pPr eaLnBrk="1" hangingPunct="1">
              <a:lnSpc>
                <a:spcPct val="120000"/>
              </a:lnSpc>
            </a:pPr>
            <a:r>
              <a:rPr lang="en-GB" altLang="ro-RO" sz="2400" smtClean="0"/>
              <a:t>ObjectInputStream si ObjectOutputStream implementeaza indirect interfetele DataInput, respectiv DataOutput, interf</a:t>
            </a:r>
            <a:r>
              <a:rPr lang="ro-RO" altLang="ro-RO" sz="2400" smtClean="0"/>
              <a:t>eţ</a:t>
            </a:r>
            <a:r>
              <a:rPr lang="en-GB" altLang="ro-RO" sz="2400" smtClean="0"/>
              <a:t>e ce declara metode atât pentru scrierea/citirea datelor primitive, cât si pentru scrierea/citirea obiectelor. </a:t>
            </a:r>
          </a:p>
          <a:p>
            <a:pPr eaLnBrk="1" hangingPunct="1">
              <a:lnSpc>
                <a:spcPct val="120000"/>
              </a:lnSpc>
            </a:pPr>
            <a:r>
              <a:rPr lang="en-GB" altLang="ro-RO" sz="2400" smtClean="0"/>
              <a:t>Pentru transferul obiectelor sunt folosite metodele:</a:t>
            </a:r>
          </a:p>
          <a:p>
            <a:pPr lvl="1" eaLnBrk="1" hangingPunct="1">
              <a:lnSpc>
                <a:spcPct val="120000"/>
              </a:lnSpc>
            </a:pPr>
            <a:r>
              <a:rPr lang="en-GB" altLang="ro-RO" sz="2400" smtClean="0"/>
              <a:t>final void writeObject( java.lang.Object obj) </a:t>
            </a:r>
            <a:r>
              <a:rPr lang="ro-RO" altLang="ro-RO" sz="2400" smtClean="0"/>
              <a:t> </a:t>
            </a:r>
            <a:r>
              <a:rPr lang="en-GB" altLang="ro-RO" sz="2400" smtClean="0"/>
              <a:t>throws java.io.IOException</a:t>
            </a:r>
          </a:p>
          <a:p>
            <a:pPr lvl="1" eaLnBrk="1" hangingPunct="1">
              <a:lnSpc>
                <a:spcPct val="120000"/>
              </a:lnSpc>
            </a:pPr>
            <a:r>
              <a:rPr lang="en-GB" altLang="ro-RO" sz="2400" smtClean="0"/>
              <a:t>final java.lang.Object readObject( ) throws java.io.OptionalDataException, java.lang.ClassNotFoundException, java.io.IOException</a:t>
            </a:r>
            <a:endParaRPr lang="es-ES" altLang="ro-RO" sz="2400" smtClean="0"/>
          </a:p>
          <a:p>
            <a:pPr eaLnBrk="1" hangingPunct="1">
              <a:lnSpc>
                <a:spcPct val="120000"/>
              </a:lnSpc>
            </a:pPr>
            <a:r>
              <a:rPr lang="es-ES" altLang="ro-RO" sz="2400" smtClean="0"/>
              <a:t>Acestea apeleaza la rândul lor metodele implicite de transfer defaultWriteObject si defaultReadObject (având aceleasi signaturi ca mai sus)</a:t>
            </a:r>
            <a:endParaRPr lang="en-US" altLang="ro-RO" sz="240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68313" y="0"/>
            <a:ext cx="9072562" cy="1512888"/>
          </a:xfrm>
        </p:spPr>
        <p:txBody>
          <a:bodyPr/>
          <a:lstStyle/>
          <a:p>
            <a:pPr eaLnBrk="1" hangingPunct="1"/>
            <a:r>
              <a:rPr lang="en-GB" altLang="ro-RO" smtClean="0"/>
              <a:t>Clasa ObjectOutputStream</a:t>
            </a:r>
            <a:endParaRPr lang="en-US" altLang="ro-RO" smtClean="0"/>
          </a:p>
        </p:txBody>
      </p:sp>
      <p:sp>
        <p:nvSpPr>
          <p:cNvPr id="18435" name="Rectangle 3"/>
          <p:cNvSpPr>
            <a:spLocks noGrp="1" noChangeArrowheads="1"/>
          </p:cNvSpPr>
          <p:nvPr>
            <p:ph type="body" idx="1"/>
          </p:nvPr>
        </p:nvSpPr>
        <p:spPr>
          <a:xfrm>
            <a:off x="0" y="1189038"/>
            <a:ext cx="9072563" cy="4283075"/>
          </a:xfrm>
        </p:spPr>
        <p:txBody>
          <a:bodyPr/>
          <a:lstStyle/>
          <a:p>
            <a:pPr eaLnBrk="1" hangingPunct="1">
              <a:lnSpc>
                <a:spcPct val="80000"/>
              </a:lnSpc>
            </a:pPr>
            <a:r>
              <a:rPr lang="en-GB" altLang="ro-RO" sz="1800" smtClean="0"/>
              <a:t>Constructor</a:t>
            </a:r>
          </a:p>
          <a:p>
            <a:pPr lvl="1" eaLnBrk="1" hangingPunct="1">
              <a:lnSpc>
                <a:spcPct val="80000"/>
              </a:lnSpc>
            </a:pPr>
            <a:r>
              <a:rPr lang="en-GB" altLang="ro-RO" sz="1800" smtClean="0"/>
              <a:t>public ObjectOutputStream( java.io.OutputStream out ) </a:t>
            </a:r>
            <a:r>
              <a:rPr lang="ro-RO" altLang="ro-RO" sz="1800" smtClean="0"/>
              <a:t> </a:t>
            </a:r>
            <a:r>
              <a:rPr lang="en-GB" altLang="ro-RO" sz="1800" smtClean="0"/>
              <a:t>throws java.io.IOException</a:t>
            </a:r>
          </a:p>
          <a:p>
            <a:pPr eaLnBrk="1" hangingPunct="1">
              <a:lnSpc>
                <a:spcPct val="80000"/>
              </a:lnSpc>
            </a:pPr>
            <a:r>
              <a:rPr lang="en-GB" altLang="ro-RO" sz="1800" smtClean="0"/>
              <a:t>Metode</a:t>
            </a:r>
          </a:p>
          <a:p>
            <a:pPr lvl="1" eaLnBrk="1" hangingPunct="1">
              <a:lnSpc>
                <a:spcPct val="80000"/>
              </a:lnSpc>
            </a:pPr>
            <a:r>
              <a:rPr lang="en-GB" altLang="ro-RO" sz="1800" smtClean="0"/>
              <a:t>void close( ) throws java.io.IOException</a:t>
            </a:r>
            <a:endParaRPr lang="en-GB" altLang="ro-RO" sz="1800" u="sng" smtClean="0"/>
          </a:p>
          <a:p>
            <a:pPr lvl="1" eaLnBrk="1" hangingPunct="1">
              <a:lnSpc>
                <a:spcPct val="80000"/>
              </a:lnSpc>
            </a:pPr>
            <a:r>
              <a:rPr lang="en-GB" altLang="ro-RO" sz="1800" u="sng" smtClean="0"/>
              <a:t>final void defaultWriteObject( ) throws java.io.IOException</a:t>
            </a:r>
            <a:endParaRPr lang="en-GB" altLang="ro-RO" sz="1800" smtClean="0"/>
          </a:p>
          <a:p>
            <a:pPr lvl="1" eaLnBrk="1" hangingPunct="1">
              <a:lnSpc>
                <a:spcPct val="80000"/>
              </a:lnSpc>
            </a:pPr>
            <a:r>
              <a:rPr lang="en-GB" altLang="ro-RO" sz="1800" smtClean="0"/>
              <a:t>void flush( ) throws java.io.IOException</a:t>
            </a:r>
          </a:p>
          <a:p>
            <a:pPr lvl="1" eaLnBrk="1" hangingPunct="1">
              <a:lnSpc>
                <a:spcPct val="80000"/>
              </a:lnSpc>
            </a:pPr>
            <a:r>
              <a:rPr lang="en-GB" altLang="ro-RO" sz="1800" smtClean="0"/>
              <a:t>void reset( ) throws java.io.IOException</a:t>
            </a:r>
          </a:p>
          <a:p>
            <a:pPr lvl="1" eaLnBrk="1" hangingPunct="1">
              <a:lnSpc>
                <a:spcPct val="80000"/>
              </a:lnSpc>
            </a:pPr>
            <a:r>
              <a:rPr lang="en-GB" altLang="ro-RO" sz="1800" smtClean="0"/>
              <a:t>void write( bytest b ) throws java.io.IOException</a:t>
            </a:r>
          </a:p>
          <a:p>
            <a:pPr lvl="1" eaLnBrk="1" hangingPunct="1">
              <a:lnSpc>
                <a:spcPct val="80000"/>
              </a:lnSpc>
            </a:pPr>
            <a:r>
              <a:rPr lang="en-GB" altLang="ro-RO" sz="1800" smtClean="0"/>
              <a:t>void write( bytest b, int off, int len ) throws java.io.IOException</a:t>
            </a:r>
          </a:p>
          <a:p>
            <a:pPr lvl="1" eaLnBrk="1" hangingPunct="1">
              <a:lnSpc>
                <a:spcPct val="80000"/>
              </a:lnSpc>
            </a:pPr>
            <a:r>
              <a:rPr lang="en-GB" altLang="ro-RO" sz="1800" smtClean="0"/>
              <a:t>void write( int data ) throws java.io.IOException</a:t>
            </a:r>
          </a:p>
          <a:p>
            <a:pPr lvl="1" eaLnBrk="1" hangingPunct="1">
              <a:lnSpc>
                <a:spcPct val="80000"/>
              </a:lnSpc>
            </a:pPr>
            <a:r>
              <a:rPr lang="en-GB" altLang="ro-RO" sz="1800" smtClean="0"/>
              <a:t>void writeBoolean( boolean data ) throws java.io.IOException</a:t>
            </a:r>
          </a:p>
          <a:p>
            <a:pPr lvl="1" eaLnBrk="1" hangingPunct="1">
              <a:lnSpc>
                <a:spcPct val="80000"/>
              </a:lnSpc>
            </a:pPr>
            <a:r>
              <a:rPr lang="en-GB" altLang="ro-RO" sz="1800" smtClean="0"/>
              <a:t>void writeByte( int data ) throws java.io.IOException</a:t>
            </a:r>
          </a:p>
          <a:p>
            <a:pPr lvl="1" eaLnBrk="1" hangingPunct="1">
              <a:lnSpc>
                <a:spcPct val="80000"/>
              </a:lnSpc>
            </a:pPr>
            <a:r>
              <a:rPr lang="en-GB" altLang="ro-RO" sz="1800" smtClean="0"/>
              <a:t>void writeBytes( java.lang.String data ) throws java.io.IOException</a:t>
            </a:r>
          </a:p>
          <a:p>
            <a:pPr lvl="1" eaLnBrk="1" hangingPunct="1">
              <a:lnSpc>
                <a:spcPct val="80000"/>
              </a:lnSpc>
            </a:pPr>
            <a:r>
              <a:rPr lang="en-GB" altLang="ro-RO" sz="1800" smtClean="0"/>
              <a:t>void writeChar( int data ) throws java.io.IOException</a:t>
            </a:r>
          </a:p>
          <a:p>
            <a:pPr lvl="1" eaLnBrk="1" hangingPunct="1">
              <a:lnSpc>
                <a:spcPct val="80000"/>
              </a:lnSpc>
            </a:pPr>
            <a:r>
              <a:rPr lang="en-GB" altLang="ro-RO" sz="1800" smtClean="0"/>
              <a:t>void writeChars( java.lang.String data ) throws java.io.IOException</a:t>
            </a:r>
          </a:p>
          <a:p>
            <a:pPr lvl="1" eaLnBrk="1" hangingPunct="1">
              <a:lnSpc>
                <a:spcPct val="80000"/>
              </a:lnSpc>
            </a:pPr>
            <a:r>
              <a:rPr lang="en-GB" altLang="ro-RO" sz="1800" smtClean="0"/>
              <a:t>void writeDouble( double data ) throws java.io.IOException</a:t>
            </a:r>
          </a:p>
          <a:p>
            <a:pPr lvl="1" eaLnBrk="1" hangingPunct="1">
              <a:lnSpc>
                <a:spcPct val="80000"/>
              </a:lnSpc>
            </a:pPr>
            <a:r>
              <a:rPr lang="en-GB" altLang="ro-RO" sz="1800" smtClean="0"/>
              <a:t>void writeFloat( float data ) throws java.io.IOException</a:t>
            </a:r>
          </a:p>
          <a:p>
            <a:pPr lvl="1" eaLnBrk="1" hangingPunct="1">
              <a:lnSpc>
                <a:spcPct val="80000"/>
              </a:lnSpc>
            </a:pPr>
            <a:r>
              <a:rPr lang="en-GB" altLang="ro-RO" sz="1800" smtClean="0"/>
              <a:t>void writeInt( int data ) throws java.io.IOException</a:t>
            </a:r>
          </a:p>
          <a:p>
            <a:pPr lvl="1" eaLnBrk="1" hangingPunct="1">
              <a:lnSpc>
                <a:spcPct val="80000"/>
              </a:lnSpc>
            </a:pPr>
            <a:r>
              <a:rPr lang="en-GB" altLang="ro-RO" sz="1800" smtClean="0"/>
              <a:t>void writeLong( long data ) throws java.io.IOException</a:t>
            </a:r>
            <a:endParaRPr lang="en-GB" altLang="ro-RO" sz="1800" u="sng" smtClean="0"/>
          </a:p>
          <a:p>
            <a:pPr lvl="1" eaLnBrk="1" hangingPunct="1">
              <a:lnSpc>
                <a:spcPct val="80000"/>
              </a:lnSpc>
            </a:pPr>
            <a:r>
              <a:rPr lang="en-GB" altLang="ro-RO" sz="1800" u="sng" smtClean="0"/>
              <a:t>final void writeObject( java.lang.Object obj ) </a:t>
            </a:r>
            <a:r>
              <a:rPr lang="ro-RO" altLang="ro-RO" sz="1800" u="sng" smtClean="0"/>
              <a:t> </a:t>
            </a:r>
            <a:r>
              <a:rPr lang="en-GB" altLang="ro-RO" sz="1800" smtClean="0"/>
              <a:t>throws java.io.IOException</a:t>
            </a:r>
          </a:p>
          <a:p>
            <a:pPr lvl="1" eaLnBrk="1" hangingPunct="1">
              <a:lnSpc>
                <a:spcPct val="80000"/>
              </a:lnSpc>
            </a:pPr>
            <a:r>
              <a:rPr lang="en-GB" altLang="ro-RO" sz="1800" smtClean="0"/>
              <a:t>void writeShort( int data ) throws java.io.IOException</a:t>
            </a:r>
          </a:p>
          <a:p>
            <a:pPr lvl="1" eaLnBrk="1" hangingPunct="1">
              <a:lnSpc>
                <a:spcPct val="80000"/>
              </a:lnSpc>
            </a:pPr>
            <a:r>
              <a:rPr lang="en-GB" altLang="ro-RO" sz="1800" smtClean="0"/>
              <a:t>void writeUTF( java.lang.String data ) throws java.io.IOException</a:t>
            </a:r>
            <a:endParaRPr lang="en-US" altLang="ro-RO" sz="18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44513" y="0"/>
            <a:ext cx="9072562" cy="1512888"/>
          </a:xfrm>
        </p:spPr>
        <p:txBody>
          <a:bodyPr/>
          <a:lstStyle/>
          <a:p>
            <a:pPr eaLnBrk="1" hangingPunct="1"/>
            <a:r>
              <a:rPr lang="en-GB" altLang="ro-RO" smtClean="0"/>
              <a:t>Clasa ObjectInputStream</a:t>
            </a:r>
            <a:r>
              <a:rPr lang="en-US" altLang="ro-RO" smtClean="0"/>
              <a:t> </a:t>
            </a:r>
          </a:p>
        </p:txBody>
      </p:sp>
      <p:sp>
        <p:nvSpPr>
          <p:cNvPr id="20483" name="Rectangle 3"/>
          <p:cNvSpPr>
            <a:spLocks noGrp="1" noChangeArrowheads="1"/>
          </p:cNvSpPr>
          <p:nvPr>
            <p:ph type="body" idx="1"/>
          </p:nvPr>
        </p:nvSpPr>
        <p:spPr>
          <a:xfrm>
            <a:off x="315913" y="1524000"/>
            <a:ext cx="9448800" cy="6370638"/>
          </a:xfrm>
        </p:spPr>
        <p:txBody>
          <a:bodyPr/>
          <a:lstStyle/>
          <a:p>
            <a:pPr eaLnBrk="1" hangingPunct="1">
              <a:lnSpc>
                <a:spcPct val="80000"/>
              </a:lnSpc>
            </a:pPr>
            <a:r>
              <a:rPr lang="en-GB" altLang="ro-RO" sz="2400" smtClean="0"/>
              <a:t>Constructor</a:t>
            </a:r>
          </a:p>
          <a:p>
            <a:pPr lvl="1" eaLnBrk="1" hangingPunct="1">
              <a:lnSpc>
                <a:spcPct val="80000"/>
              </a:lnSpc>
            </a:pPr>
            <a:r>
              <a:rPr lang="en-GB" altLang="ro-RO" sz="2400" smtClean="0"/>
              <a:t>public ObjectInputStream( java.io.InputStream in )</a:t>
            </a:r>
            <a:r>
              <a:rPr lang="ro-RO" altLang="ro-RO" sz="2400" smtClean="0"/>
              <a:t> </a:t>
            </a:r>
            <a:r>
              <a:rPr lang="en-GB" altLang="ro-RO" sz="2400" smtClean="0"/>
              <a:t>throws java.io.IOException, java.io.StreamCorruptedException</a:t>
            </a:r>
          </a:p>
          <a:p>
            <a:pPr eaLnBrk="1" hangingPunct="1">
              <a:lnSpc>
                <a:spcPct val="80000"/>
              </a:lnSpc>
            </a:pPr>
            <a:r>
              <a:rPr lang="en-GB" altLang="ro-RO" sz="2400" smtClean="0"/>
              <a:t>Metode</a:t>
            </a:r>
          </a:p>
          <a:p>
            <a:pPr lvl="1" eaLnBrk="1" hangingPunct="1">
              <a:lnSpc>
                <a:spcPct val="80000"/>
              </a:lnSpc>
            </a:pPr>
            <a:r>
              <a:rPr lang="en-GB" altLang="ro-RO" sz="2400" smtClean="0"/>
              <a:t>int available( ) throws java.io.IOException</a:t>
            </a:r>
          </a:p>
          <a:p>
            <a:pPr lvl="1" eaLnBrk="1" hangingPunct="1">
              <a:lnSpc>
                <a:spcPct val="80000"/>
              </a:lnSpc>
            </a:pPr>
            <a:r>
              <a:rPr lang="en-GB" altLang="ro-RO" sz="2400" smtClean="0"/>
              <a:t>void close( ) throws java.io.IOException</a:t>
            </a:r>
            <a:endParaRPr lang="en-GB" altLang="ro-RO" sz="2400" u="sng" smtClean="0"/>
          </a:p>
          <a:p>
            <a:pPr lvl="1" eaLnBrk="1" hangingPunct="1">
              <a:lnSpc>
                <a:spcPct val="80000"/>
              </a:lnSpc>
            </a:pPr>
            <a:r>
              <a:rPr lang="en-GB" altLang="ro-RO" sz="2400" u="sng" smtClean="0"/>
              <a:t>final void defaultReadObject( ) </a:t>
            </a:r>
            <a:r>
              <a:rPr lang="ro-RO" altLang="ro-RO" sz="2400" u="sng" smtClean="0"/>
              <a:t> </a:t>
            </a:r>
            <a:r>
              <a:rPr lang="en-GB" altLang="ro-RO" sz="2400" smtClean="0"/>
              <a:t>throws java.io.IOException, java.lang.ClassNotFoundException, java.io.NotActiveException</a:t>
            </a:r>
          </a:p>
          <a:p>
            <a:pPr lvl="1" eaLnBrk="1" hangingPunct="1">
              <a:lnSpc>
                <a:spcPct val="80000"/>
              </a:lnSpc>
            </a:pPr>
            <a:r>
              <a:rPr lang="en-GB" altLang="ro-RO" sz="2400" smtClean="0"/>
              <a:t>int read( bytest data, int offset, int length ) </a:t>
            </a:r>
            <a:r>
              <a:rPr lang="ro-RO" altLang="ro-RO" sz="2400" smtClean="0"/>
              <a:t> </a:t>
            </a:r>
            <a:r>
              <a:rPr lang="en-GB" altLang="ro-RO" sz="2400" smtClean="0"/>
              <a:t>throws java.io.IOException</a:t>
            </a:r>
          </a:p>
          <a:p>
            <a:pPr lvl="1" eaLnBrk="1" hangingPunct="1">
              <a:lnSpc>
                <a:spcPct val="80000"/>
              </a:lnSpc>
            </a:pPr>
            <a:r>
              <a:rPr lang="en-GB" altLang="ro-RO" sz="2400" smtClean="0"/>
              <a:t>int read( ) throws java.io.IOException</a:t>
            </a:r>
          </a:p>
          <a:p>
            <a:pPr lvl="1" eaLnBrk="1" hangingPunct="1">
              <a:lnSpc>
                <a:spcPct val="80000"/>
              </a:lnSpc>
            </a:pPr>
            <a:r>
              <a:rPr lang="en-GB" altLang="ro-RO" sz="2400" smtClean="0"/>
              <a:t>boolean readBoolean( ) throws java.io.IOException</a:t>
            </a:r>
          </a:p>
          <a:p>
            <a:pPr lvl="1" eaLnBrk="1" hangingPunct="1">
              <a:lnSpc>
                <a:spcPct val="80000"/>
              </a:lnSpc>
            </a:pPr>
            <a:r>
              <a:rPr lang="en-GB" altLang="ro-RO" sz="2400" smtClean="0"/>
              <a:t>byte readByte( ) throws java.io.IOException</a:t>
            </a:r>
          </a:p>
          <a:p>
            <a:pPr lvl="1" eaLnBrk="1" hangingPunct="1">
              <a:lnSpc>
                <a:spcPct val="80000"/>
              </a:lnSpc>
            </a:pPr>
            <a:r>
              <a:rPr lang="en-GB" altLang="ro-RO" sz="2400" smtClean="0"/>
              <a:t>char readChar( ) throws java.io.IOException</a:t>
            </a:r>
          </a:p>
          <a:p>
            <a:pPr lvl="1" eaLnBrk="1" hangingPunct="1">
              <a:lnSpc>
                <a:spcPct val="80000"/>
              </a:lnSpc>
            </a:pPr>
            <a:r>
              <a:rPr lang="en-GB" altLang="ro-RO" sz="2400" smtClean="0"/>
              <a:t>double readDouble( ) throws java.io.IOException</a:t>
            </a:r>
          </a:p>
          <a:p>
            <a:pPr lvl="1" eaLnBrk="1" hangingPunct="1">
              <a:lnSpc>
                <a:spcPct val="80000"/>
              </a:lnSpc>
            </a:pPr>
            <a:r>
              <a:rPr lang="en-GB" altLang="ro-RO" sz="2400" smtClean="0"/>
              <a:t>float readFloat( ) throws java.io.IOException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68313" y="122238"/>
            <a:ext cx="9072562" cy="1512887"/>
          </a:xfrm>
        </p:spPr>
        <p:txBody>
          <a:bodyPr/>
          <a:lstStyle/>
          <a:p>
            <a:pPr eaLnBrk="1" hangingPunct="1"/>
            <a:r>
              <a:rPr lang="en-GB" altLang="ro-RO" smtClean="0"/>
              <a:t>Clasa ObjectInputStream</a:t>
            </a:r>
            <a:endParaRPr lang="en-US" altLang="ro-RO" smtClean="0"/>
          </a:p>
        </p:txBody>
      </p:sp>
      <p:sp>
        <p:nvSpPr>
          <p:cNvPr id="22531" name="Rectangle 3"/>
          <p:cNvSpPr>
            <a:spLocks noGrp="1" noChangeArrowheads="1"/>
          </p:cNvSpPr>
          <p:nvPr>
            <p:ph type="body" idx="1"/>
          </p:nvPr>
        </p:nvSpPr>
        <p:spPr>
          <a:xfrm>
            <a:off x="468313" y="1493838"/>
            <a:ext cx="9072562" cy="4283075"/>
          </a:xfrm>
        </p:spPr>
        <p:txBody>
          <a:bodyPr/>
          <a:lstStyle/>
          <a:p>
            <a:pPr lvl="1" eaLnBrk="1" hangingPunct="1">
              <a:lnSpc>
                <a:spcPct val="80000"/>
              </a:lnSpc>
            </a:pPr>
            <a:r>
              <a:rPr lang="en-GB" altLang="ro-RO" sz="2400" smtClean="0"/>
              <a:t>void readFully( bytest data ) throws java.io.IOException</a:t>
            </a:r>
          </a:p>
          <a:p>
            <a:pPr lvl="1" eaLnBrk="1" hangingPunct="1">
              <a:lnSpc>
                <a:spcPct val="80000"/>
              </a:lnSpc>
            </a:pPr>
            <a:r>
              <a:rPr lang="en-GB" altLang="ro-RO" sz="2400" smtClean="0"/>
              <a:t>void readFully( bytest data, int offset, int size ) </a:t>
            </a:r>
            <a:r>
              <a:rPr lang="ro-RO" altLang="ro-RO" sz="2400" smtClean="0"/>
              <a:t> </a:t>
            </a:r>
            <a:r>
              <a:rPr lang="en-GB" altLang="ro-RO" sz="2400" smtClean="0"/>
              <a:t>throws java.io.IOException</a:t>
            </a:r>
          </a:p>
          <a:p>
            <a:pPr lvl="1" eaLnBrk="1" hangingPunct="1">
              <a:lnSpc>
                <a:spcPct val="80000"/>
              </a:lnSpc>
            </a:pPr>
            <a:r>
              <a:rPr lang="en-GB" altLang="ro-RO" sz="2400" smtClean="0"/>
              <a:t>int readInt( ) throws java.io.IOException</a:t>
            </a:r>
          </a:p>
          <a:p>
            <a:pPr lvl="1" eaLnBrk="1" hangingPunct="1">
              <a:lnSpc>
                <a:spcPct val="80000"/>
              </a:lnSpc>
            </a:pPr>
            <a:r>
              <a:rPr lang="en-GB" altLang="ro-RO" sz="2400" smtClean="0"/>
              <a:t>java.lang.String readLine( ) throws java.io.IOException</a:t>
            </a:r>
          </a:p>
          <a:p>
            <a:pPr lvl="1" eaLnBrk="1" hangingPunct="1">
              <a:lnSpc>
                <a:spcPct val="80000"/>
              </a:lnSpc>
            </a:pPr>
            <a:r>
              <a:rPr lang="en-GB" altLang="ro-RO" sz="2400" smtClean="0"/>
              <a:t>long readLong( ) throws java.io.IOException</a:t>
            </a:r>
            <a:endParaRPr lang="pt-BR" altLang="ro-RO" sz="2400" u="sng" smtClean="0"/>
          </a:p>
          <a:p>
            <a:pPr lvl="1" eaLnBrk="1" hangingPunct="1">
              <a:lnSpc>
                <a:spcPct val="80000"/>
              </a:lnSpc>
            </a:pPr>
            <a:r>
              <a:rPr lang="pt-BR" altLang="ro-RO" sz="2400" u="sng" smtClean="0"/>
              <a:t>final java.lang.Object readObject( ) </a:t>
            </a:r>
            <a:r>
              <a:rPr lang="ro-RO" altLang="ro-RO" sz="2400" u="sng" smtClean="0"/>
              <a:t> </a:t>
            </a:r>
            <a:r>
              <a:rPr lang="pt-BR" altLang="ro-RO" sz="2400" smtClean="0"/>
              <a:t>throws java.io.OptionalDataException, java.lang.ClassNotFoundException, java.io.IOException</a:t>
            </a:r>
            <a:endParaRPr lang="en-GB" altLang="ro-RO" sz="2400" smtClean="0"/>
          </a:p>
          <a:p>
            <a:pPr lvl="1" eaLnBrk="1" hangingPunct="1">
              <a:lnSpc>
                <a:spcPct val="80000"/>
              </a:lnSpc>
            </a:pPr>
            <a:r>
              <a:rPr lang="en-GB" altLang="ro-RO" sz="2400" smtClean="0"/>
              <a:t>short readShort( ) throws java.io.IOException</a:t>
            </a:r>
          </a:p>
          <a:p>
            <a:pPr lvl="1" eaLnBrk="1" hangingPunct="1">
              <a:lnSpc>
                <a:spcPct val="80000"/>
              </a:lnSpc>
            </a:pPr>
            <a:r>
              <a:rPr lang="en-GB" altLang="ro-RO" sz="2400" smtClean="0"/>
              <a:t>int readUnsignedByte( ) throws java.io.IOException</a:t>
            </a:r>
          </a:p>
          <a:p>
            <a:pPr lvl="1" eaLnBrk="1" hangingPunct="1">
              <a:lnSpc>
                <a:spcPct val="80000"/>
              </a:lnSpc>
            </a:pPr>
            <a:r>
              <a:rPr lang="en-GB" altLang="ro-RO" sz="2400" smtClean="0"/>
              <a:t>int readUnsignedShort( ) throws java.io.IOException</a:t>
            </a:r>
          </a:p>
          <a:p>
            <a:pPr lvl="1" eaLnBrk="1" hangingPunct="1">
              <a:lnSpc>
                <a:spcPct val="80000"/>
              </a:lnSpc>
            </a:pPr>
            <a:r>
              <a:rPr lang="en-GB" altLang="ro-RO" sz="2400" smtClean="0"/>
              <a:t>java.lang.String readUTF( ) throws java.io.IOException </a:t>
            </a:r>
            <a:r>
              <a:rPr lang="ro-RO" altLang="ro-RO" sz="2400" smtClean="0"/>
              <a:t>s</a:t>
            </a:r>
            <a:r>
              <a:rPr lang="en-GB" altLang="ro-RO" sz="2400" smtClean="0"/>
              <a:t>ynchronized void registerValidation( java.io.ObjectInputValidation obj, </a:t>
            </a:r>
            <a:r>
              <a:rPr lang="ro-RO" altLang="ro-RO" sz="2400" smtClean="0"/>
              <a:t> </a:t>
            </a:r>
            <a:r>
              <a:rPr lang="en-GB" altLang="ro-RO" sz="2400" smtClean="0"/>
              <a:t>int prio ) </a:t>
            </a:r>
            <a:r>
              <a:rPr lang="ro-RO" altLang="ro-RO" sz="2400" smtClean="0"/>
              <a:t> </a:t>
            </a:r>
            <a:r>
              <a:rPr lang="en-GB" altLang="ro-RO" sz="2400" smtClean="0"/>
              <a:t>throws java.io.NotActiveException, java.io.InvalidObjectException</a:t>
            </a:r>
          </a:p>
          <a:p>
            <a:pPr lvl="1" eaLnBrk="1" hangingPunct="1">
              <a:lnSpc>
                <a:spcPct val="80000"/>
              </a:lnSpc>
            </a:pPr>
            <a:r>
              <a:rPr lang="en-GB" altLang="ro-RO" sz="2400" smtClean="0"/>
              <a:t>int skipBytes( int len ) throws java.io.IOException</a:t>
            </a:r>
            <a:endParaRPr lang="en-US" altLang="ro-RO" sz="2400" smtClean="0"/>
          </a:p>
          <a:p>
            <a:pPr eaLnBrk="1" hangingPunct="1">
              <a:lnSpc>
                <a:spcPct val="80000"/>
              </a:lnSpc>
            </a:pPr>
            <a:endParaRPr lang="en-US" altLang="ro-RO" sz="240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68313" y="0"/>
            <a:ext cx="9072562" cy="1512888"/>
          </a:xfrm>
        </p:spPr>
        <p:txBody>
          <a:bodyPr/>
          <a:lstStyle/>
          <a:p>
            <a:pPr marL="1439863" eaLnBrk="1" hangingPunct="1"/>
            <a:r>
              <a:rPr lang="en-US" altLang="ro-RO" smtClean="0"/>
              <a:t>Serializarea obiectelor</a:t>
            </a:r>
          </a:p>
        </p:txBody>
      </p:sp>
      <p:sp>
        <p:nvSpPr>
          <p:cNvPr id="24579" name="Rectangle 3"/>
          <p:cNvSpPr>
            <a:spLocks noGrp="1" noChangeArrowheads="1"/>
          </p:cNvSpPr>
          <p:nvPr>
            <p:ph type="body" idx="1"/>
          </p:nvPr>
        </p:nvSpPr>
        <p:spPr>
          <a:xfrm>
            <a:off x="468313" y="1189038"/>
            <a:ext cx="9072562" cy="4283075"/>
          </a:xfrm>
        </p:spPr>
        <p:txBody>
          <a:bodyPr/>
          <a:lstStyle/>
          <a:p>
            <a:pPr eaLnBrk="1" hangingPunct="1">
              <a:buFont typeface="Wingdings" panose="05000000000000000000" pitchFamily="2" charset="2"/>
              <a:buNone/>
            </a:pPr>
            <a:r>
              <a:rPr lang="en-US" altLang="ro-RO" sz="2800" b="1" smtClean="0">
                <a:latin typeface="Courier New" panose="02070309020205020404" pitchFamily="49" charset="0"/>
              </a:rPr>
              <a:t>…</a:t>
            </a:r>
          </a:p>
          <a:p>
            <a:pPr eaLnBrk="1" hangingPunct="1">
              <a:buFont typeface="Wingdings" panose="05000000000000000000" pitchFamily="2" charset="2"/>
              <a:buNone/>
            </a:pPr>
            <a:r>
              <a:rPr lang="en-US" altLang="ro-RO" sz="2800" b="1" smtClean="0">
                <a:latin typeface="Courier New" panose="02070309020205020404" pitchFamily="49" charset="0"/>
              </a:rPr>
              <a:t>Student s1 = new Student(“Ion”, 23);</a:t>
            </a:r>
          </a:p>
          <a:p>
            <a:pPr eaLnBrk="1" hangingPunct="1">
              <a:buFont typeface="Wingdings" panose="05000000000000000000" pitchFamily="2" charset="2"/>
              <a:buNone/>
            </a:pPr>
            <a:endParaRPr lang="en-US" altLang="ro-RO" sz="9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try {</a:t>
            </a:r>
          </a:p>
          <a:p>
            <a:pPr eaLnBrk="1" hangingPunct="1">
              <a:buFont typeface="Wingdings" panose="05000000000000000000" pitchFamily="2" charset="2"/>
              <a:buNone/>
            </a:pPr>
            <a:r>
              <a:rPr lang="en-US" altLang="ro-RO" sz="2800" b="1" smtClean="0">
                <a:latin typeface="Courier New" panose="02070309020205020404" pitchFamily="49" charset="0"/>
              </a:rPr>
              <a:t>  FileOutputStream fos = new FileOutputStream(“student.dat”);</a:t>
            </a:r>
          </a:p>
          <a:p>
            <a:pPr eaLnBrk="1" hangingPunct="1">
              <a:buFont typeface="Wingdings" panose="05000000000000000000" pitchFamily="2" charset="2"/>
              <a:buNone/>
            </a:pPr>
            <a:r>
              <a:rPr lang="en-US" altLang="ro-RO" sz="2800" b="1" smtClean="0">
                <a:latin typeface="Courier New" panose="02070309020205020404" pitchFamily="49" charset="0"/>
              </a:rPr>
              <a:t>  ObjectOutputStream oos = new ObjectOutputStream(fos);</a:t>
            </a:r>
          </a:p>
          <a:p>
            <a:pPr eaLnBrk="1" hangingPunct="1">
              <a:buFont typeface="Wingdings" panose="05000000000000000000" pitchFamily="2" charset="2"/>
              <a:buNone/>
            </a:pPr>
            <a:r>
              <a:rPr lang="en-US" altLang="ro-RO" sz="2800" b="1" smtClean="0">
                <a:latin typeface="Courier New" panose="02070309020205020404" pitchFamily="49" charset="0"/>
              </a:rPr>
              <a:t>  oos.</a:t>
            </a:r>
            <a:r>
              <a:rPr lang="en-US" altLang="ro-RO" sz="2800" b="1" smtClean="0">
                <a:solidFill>
                  <a:srgbClr val="FF0000"/>
                </a:solidFill>
                <a:latin typeface="Courier New" panose="02070309020205020404" pitchFamily="49" charset="0"/>
              </a:rPr>
              <a:t>writeObject</a:t>
            </a:r>
            <a:r>
              <a:rPr lang="en-US" altLang="ro-RO" sz="2800" b="1" smtClean="0">
                <a:latin typeface="Courier New" panose="02070309020205020404" pitchFamily="49" charset="0"/>
              </a:rPr>
              <a:t>(s1);</a:t>
            </a:r>
          </a:p>
          <a:p>
            <a:pPr eaLnBrk="1" hangingPunct="1">
              <a:buFont typeface="Wingdings" panose="05000000000000000000" pitchFamily="2" charset="2"/>
              <a:buNone/>
            </a:pPr>
            <a:r>
              <a:rPr lang="en-US" altLang="ro-RO" sz="2800" b="1" smtClean="0">
                <a:latin typeface="Courier New" panose="02070309020205020404" pitchFamily="49" charset="0"/>
              </a:rPr>
              <a:t>  oos.close();</a:t>
            </a:r>
          </a:p>
          <a:p>
            <a:pPr eaLnBrk="1" hangingPunct="1">
              <a:buFont typeface="Wingdings" panose="05000000000000000000" pitchFamily="2" charset="2"/>
              <a:buNone/>
            </a:pPr>
            <a:r>
              <a:rPr lang="en-US" altLang="ro-RO" sz="2800" b="1" smtClean="0">
                <a:latin typeface="Courier New" panose="02070309020205020404" pitchFamily="49" charset="0"/>
              </a:rPr>
              <a:t>} catch (IOException e) {</a:t>
            </a:r>
          </a:p>
          <a:p>
            <a:pPr eaLnBrk="1" hangingPunct="1">
              <a:buFont typeface="Wingdings" panose="05000000000000000000" pitchFamily="2" charset="2"/>
              <a:buNone/>
            </a:pPr>
            <a:r>
              <a:rPr lang="en-US" altLang="ro-RO" sz="2800" b="1" smtClean="0">
                <a:latin typeface="Courier New" panose="02070309020205020404" pitchFamily="49" charset="0"/>
              </a:rPr>
              <a:t>  System.out.println(“eroare”);</a:t>
            </a:r>
          </a:p>
          <a:p>
            <a:pPr eaLnBrk="1" hangingPunct="1">
              <a:buFont typeface="Wingdings" panose="05000000000000000000" pitchFamily="2" charset="2"/>
              <a:buNone/>
            </a:pPr>
            <a:r>
              <a:rPr lang="en-US" altLang="ro-RO" sz="2800" b="1" smtClean="0">
                <a:latin typeface="Courier New" panose="02070309020205020404" pitchFamily="49" charset="0"/>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68313" y="198438"/>
            <a:ext cx="9072562" cy="1512887"/>
          </a:xfrm>
        </p:spPr>
        <p:txBody>
          <a:bodyPr/>
          <a:lstStyle/>
          <a:p>
            <a:pPr marL="1439863" eaLnBrk="1" hangingPunct="1"/>
            <a:r>
              <a:rPr lang="en-US" altLang="ro-RO" smtClean="0"/>
              <a:t>Deserializarea obiectelor</a:t>
            </a:r>
          </a:p>
        </p:txBody>
      </p:sp>
      <p:sp>
        <p:nvSpPr>
          <p:cNvPr id="26627" name="Rectangle 3"/>
          <p:cNvSpPr>
            <a:spLocks noGrp="1" noChangeArrowheads="1"/>
          </p:cNvSpPr>
          <p:nvPr>
            <p:ph type="body" idx="1"/>
          </p:nvPr>
        </p:nvSpPr>
        <p:spPr>
          <a:xfrm>
            <a:off x="468313" y="1570038"/>
            <a:ext cx="9072562" cy="4283075"/>
          </a:xfrm>
        </p:spPr>
        <p:txBody>
          <a:bodyPr/>
          <a:lstStyle/>
          <a:p>
            <a:pPr eaLnBrk="1" hangingPunct="1">
              <a:buFont typeface="Wingdings" panose="05000000000000000000" pitchFamily="2" charset="2"/>
              <a:buNone/>
            </a:pPr>
            <a:r>
              <a:rPr lang="en-US" altLang="ro-RO" sz="2400" b="1" smtClean="0">
                <a:latin typeface="Courier New" panose="02070309020205020404" pitchFamily="49" charset="0"/>
              </a:rPr>
              <a:t>Student s1;</a:t>
            </a:r>
          </a:p>
          <a:p>
            <a:pPr eaLnBrk="1" hangingPunct="1">
              <a:buFont typeface="Wingdings" panose="05000000000000000000" pitchFamily="2" charset="2"/>
              <a:buNone/>
            </a:pPr>
            <a:r>
              <a:rPr lang="en-US" altLang="ro-RO" sz="2400" b="1" smtClean="0">
                <a:latin typeface="Courier New" panose="02070309020205020404" pitchFamily="49" charset="0"/>
              </a:rPr>
              <a:t>try {</a:t>
            </a:r>
          </a:p>
          <a:p>
            <a:pPr eaLnBrk="1" hangingPunct="1">
              <a:buFont typeface="Wingdings" panose="05000000000000000000" pitchFamily="2" charset="2"/>
              <a:buNone/>
            </a:pPr>
            <a:r>
              <a:rPr lang="en-US" altLang="ro-RO" sz="2400" b="1" smtClean="0">
                <a:latin typeface="Courier New" panose="02070309020205020404" pitchFamily="49" charset="0"/>
              </a:rPr>
              <a:t>  FileInputStream fis = new FileInputStream(“student.dat”);</a:t>
            </a:r>
          </a:p>
          <a:p>
            <a:pPr eaLnBrk="1" hangingPunct="1">
              <a:buFont typeface="Wingdings" panose="05000000000000000000" pitchFamily="2" charset="2"/>
              <a:buNone/>
            </a:pPr>
            <a:r>
              <a:rPr lang="en-US" altLang="ro-RO" sz="2400" b="1" smtClean="0">
                <a:latin typeface="Courier New" panose="02070309020205020404" pitchFamily="49" charset="0"/>
              </a:rPr>
              <a:t>  ObjectInputStream ois = new ObjectInputStream(fis);</a:t>
            </a:r>
          </a:p>
          <a:p>
            <a:pPr eaLnBrk="1" hangingPunct="1">
              <a:buFont typeface="Wingdings" panose="05000000000000000000" pitchFamily="2" charset="2"/>
              <a:buNone/>
            </a:pPr>
            <a:r>
              <a:rPr lang="en-US" altLang="ro-RO" sz="2400" b="1" smtClean="0">
                <a:latin typeface="Courier New" panose="02070309020205020404" pitchFamily="49" charset="0"/>
              </a:rPr>
              <a:t>  s1 = (Student) ois.</a:t>
            </a:r>
            <a:r>
              <a:rPr lang="en-US" altLang="ro-RO" sz="2400" b="1" smtClean="0">
                <a:solidFill>
                  <a:srgbClr val="FF0000"/>
                </a:solidFill>
                <a:latin typeface="Courier New" panose="02070309020205020404" pitchFamily="49" charset="0"/>
              </a:rPr>
              <a:t>readObject</a:t>
            </a:r>
            <a:r>
              <a:rPr lang="en-US" altLang="ro-RO" sz="2400" b="1" smtClean="0">
                <a:latin typeface="Courier New" panose="02070309020205020404" pitchFamily="49" charset="0"/>
              </a:rPr>
              <a:t>();</a:t>
            </a:r>
          </a:p>
          <a:p>
            <a:pPr eaLnBrk="1" hangingPunct="1">
              <a:buFont typeface="Wingdings" panose="05000000000000000000" pitchFamily="2" charset="2"/>
              <a:buNone/>
            </a:pPr>
            <a:r>
              <a:rPr lang="en-US" altLang="ro-RO" sz="2400" b="1" smtClean="0">
                <a:latin typeface="Courier New" panose="02070309020205020404" pitchFamily="49" charset="0"/>
              </a:rPr>
              <a:t>  ois.close();</a:t>
            </a:r>
          </a:p>
          <a:p>
            <a:pPr eaLnBrk="1" hangingPunct="1">
              <a:buFont typeface="Wingdings" panose="05000000000000000000" pitchFamily="2" charset="2"/>
              <a:buNone/>
            </a:pPr>
            <a:r>
              <a:rPr lang="en-US" altLang="ro-RO" sz="2400" b="1" smtClean="0">
                <a:latin typeface="Courier New" panose="02070309020205020404" pitchFamily="49" charset="0"/>
              </a:rPr>
              <a:t>} catch (IOException e) {</a:t>
            </a:r>
          </a:p>
          <a:p>
            <a:pPr eaLnBrk="1" hangingPunct="1">
              <a:buFont typeface="Wingdings" panose="05000000000000000000" pitchFamily="2" charset="2"/>
              <a:buNone/>
            </a:pPr>
            <a:r>
              <a:rPr lang="en-US" altLang="ro-RO" sz="2400" b="1" smtClean="0">
                <a:latin typeface="Courier New" panose="02070309020205020404" pitchFamily="49" charset="0"/>
              </a:rPr>
              <a:t>  System.out.println(“eroare”);</a:t>
            </a:r>
          </a:p>
          <a:p>
            <a:pPr eaLnBrk="1" hangingPunct="1">
              <a:buFont typeface="Wingdings" panose="05000000000000000000" pitchFamily="2" charset="2"/>
              <a:buNone/>
            </a:pPr>
            <a:r>
              <a:rPr lang="en-US" altLang="ro-RO" sz="2400" b="1" smtClean="0">
                <a:latin typeface="Courier New" panose="02070309020205020404" pitchFamily="49" charset="0"/>
              </a:rPr>
              <a:t>} catch (ClassNotFoundException e) {</a:t>
            </a:r>
          </a:p>
          <a:p>
            <a:pPr eaLnBrk="1" hangingPunct="1">
              <a:buFont typeface="Wingdings" panose="05000000000000000000" pitchFamily="2" charset="2"/>
              <a:buNone/>
            </a:pPr>
            <a:r>
              <a:rPr lang="en-US" altLang="ro-RO" sz="2400" b="1" smtClean="0">
                <a:latin typeface="Courier New" panose="02070309020205020404" pitchFamily="49" charset="0"/>
              </a:rPr>
              <a:t>  System.out.println(“eroare”);</a:t>
            </a:r>
          </a:p>
          <a:p>
            <a:pPr eaLnBrk="1" hangingPunct="1">
              <a:buFont typeface="Wingdings" panose="05000000000000000000" pitchFamily="2" charset="2"/>
              <a:buNone/>
            </a:pPr>
            <a:r>
              <a:rPr lang="en-US" altLang="ro-RO" sz="2400" b="1" smtClean="0">
                <a:latin typeface="Courier New" panose="02070309020205020404" pitchFamily="49" charset="0"/>
              </a:rPr>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0"/>
            <a:ext cx="9072562" cy="1512888"/>
          </a:xfrm>
        </p:spPr>
        <p:txBody>
          <a:bodyPr/>
          <a:lstStyle/>
          <a:p>
            <a:pPr eaLnBrk="1" hangingPunct="1"/>
            <a:r>
              <a:rPr lang="en-GB" altLang="ro-RO" smtClean="0"/>
              <a:t>Cuv</a:t>
            </a:r>
            <a:r>
              <a:rPr lang="ro-RO" altLang="ro-RO" smtClean="0"/>
              <a:t>â</a:t>
            </a:r>
            <a:r>
              <a:rPr lang="en-GB" altLang="ro-RO" smtClean="0"/>
              <a:t>ntul cheie transient</a:t>
            </a:r>
            <a:endParaRPr lang="en-US" altLang="ro-RO" smtClean="0"/>
          </a:p>
        </p:txBody>
      </p:sp>
      <p:sp>
        <p:nvSpPr>
          <p:cNvPr id="28675" name="Rectangle 3"/>
          <p:cNvSpPr>
            <a:spLocks noGrp="1" noChangeArrowheads="1"/>
          </p:cNvSpPr>
          <p:nvPr>
            <p:ph type="body" idx="1"/>
          </p:nvPr>
        </p:nvSpPr>
        <p:spPr>
          <a:xfrm>
            <a:off x="0" y="1417638"/>
            <a:ext cx="10080625" cy="6019800"/>
          </a:xfrm>
        </p:spPr>
        <p:txBody>
          <a:bodyPr/>
          <a:lstStyle/>
          <a:p>
            <a:pPr eaLnBrk="1" hangingPunct="1">
              <a:lnSpc>
                <a:spcPct val="80000"/>
              </a:lnSpc>
            </a:pPr>
            <a:r>
              <a:rPr lang="en-GB" altLang="ro-RO" sz="1800" smtClean="0"/>
              <a:t>Pentru ca un anumit câmp sa nu fie salvat în urma serializarii, acesta trebuie declarat cu modificatorul transient. Aceste câmpuri vor fi ignorate de metodele writeObject si readObject.</a:t>
            </a:r>
          </a:p>
          <a:p>
            <a:pPr eaLnBrk="1" hangingPunct="1">
              <a:lnSpc>
                <a:spcPct val="80000"/>
              </a:lnSpc>
            </a:pPr>
            <a:r>
              <a:rPr lang="en-GB" altLang="ro-RO" sz="1800" smtClean="0"/>
              <a:t>Ex:</a:t>
            </a:r>
          </a:p>
          <a:p>
            <a:pPr eaLnBrk="1" hangingPunct="1">
              <a:lnSpc>
                <a:spcPct val="80000"/>
              </a:lnSpc>
            </a:pPr>
            <a:r>
              <a:rPr lang="en-GB" altLang="ro-RO" sz="1800" smtClean="0"/>
              <a:t>	private transient x;	</a:t>
            </a:r>
            <a:r>
              <a:rPr lang="en-GB" altLang="ro-RO" sz="1800" smtClean="0">
                <a:sym typeface="Symbol" panose="05050102010706020507" pitchFamily="18" charset="2"/>
              </a:rPr>
              <a:t></a:t>
            </a:r>
            <a:r>
              <a:rPr lang="en-GB" altLang="ro-RO" sz="1800" smtClean="0"/>
              <a:t> ignorat la serializare</a:t>
            </a:r>
          </a:p>
          <a:p>
            <a:pPr eaLnBrk="1" hangingPunct="1">
              <a:lnSpc>
                <a:spcPct val="80000"/>
              </a:lnSpc>
            </a:pPr>
            <a:r>
              <a:rPr lang="en-GB" altLang="ro-RO" sz="1800" smtClean="0"/>
              <a:t>Exemplu:</a:t>
            </a:r>
          </a:p>
          <a:p>
            <a:pPr eaLnBrk="1" hangingPunct="1">
              <a:lnSpc>
                <a:spcPct val="80000"/>
              </a:lnSpc>
            </a:pPr>
            <a:r>
              <a:rPr lang="en-GB" altLang="ro-RO" sz="1800" u="sng" smtClean="0"/>
              <a:t>class MyObject implements Serializable {</a:t>
            </a:r>
            <a:endParaRPr lang="en-GB" altLang="ro-RO" sz="1800" smtClean="0"/>
          </a:p>
          <a:p>
            <a:pPr eaLnBrk="1" hangingPunct="1">
              <a:lnSpc>
                <a:spcPct val="80000"/>
              </a:lnSpc>
            </a:pPr>
            <a:r>
              <a:rPr lang="en-GB" altLang="ro-RO" sz="1800" smtClean="0"/>
              <a:t>	int x;</a:t>
            </a:r>
          </a:p>
          <a:p>
            <a:pPr eaLnBrk="1" hangingPunct="1">
              <a:lnSpc>
                <a:spcPct val="80000"/>
              </a:lnSpc>
            </a:pPr>
            <a:r>
              <a:rPr lang="en-GB" altLang="ro-RO" sz="1800" smtClean="0"/>
              <a:t>	</a:t>
            </a:r>
            <a:r>
              <a:rPr lang="fr-FR" altLang="ro-RO" sz="1800" smtClean="0"/>
              <a:t>private transient int y;</a:t>
            </a:r>
          </a:p>
          <a:p>
            <a:pPr eaLnBrk="1" hangingPunct="1">
              <a:lnSpc>
                <a:spcPct val="80000"/>
              </a:lnSpc>
            </a:pPr>
            <a:r>
              <a:rPr lang="fr-FR" altLang="ro-RO" sz="1800" smtClean="0"/>
              <a:t>	public MyObject(int x, int y) {</a:t>
            </a:r>
          </a:p>
          <a:p>
            <a:pPr eaLnBrk="1" hangingPunct="1">
              <a:lnSpc>
                <a:spcPct val="80000"/>
              </a:lnSpc>
            </a:pPr>
            <a:r>
              <a:rPr lang="fr-FR" altLang="ro-RO" sz="1800" smtClean="0"/>
              <a:t>		this.x = x;</a:t>
            </a:r>
          </a:p>
          <a:p>
            <a:pPr eaLnBrk="1" hangingPunct="1">
              <a:lnSpc>
                <a:spcPct val="80000"/>
              </a:lnSpc>
            </a:pPr>
            <a:r>
              <a:rPr lang="fr-FR" altLang="ro-RO" sz="1800" smtClean="0"/>
              <a:t>		</a:t>
            </a:r>
            <a:r>
              <a:rPr lang="en-GB" altLang="ro-RO" sz="1800" smtClean="0"/>
              <a:t>this.y = y;</a:t>
            </a:r>
          </a:p>
          <a:p>
            <a:pPr eaLnBrk="1" hangingPunct="1">
              <a:lnSpc>
                <a:spcPct val="80000"/>
              </a:lnSpc>
            </a:pPr>
            <a:r>
              <a:rPr lang="en-GB" altLang="ro-RO" sz="1800" smtClean="0"/>
              <a:t>	}</a:t>
            </a:r>
          </a:p>
          <a:p>
            <a:pPr eaLnBrk="1" hangingPunct="1">
              <a:lnSpc>
                <a:spcPct val="80000"/>
              </a:lnSpc>
            </a:pPr>
            <a:r>
              <a:rPr lang="en-GB" altLang="ro-RO" sz="1800" smtClean="0"/>
              <a:t>	public String toString() {</a:t>
            </a:r>
          </a:p>
          <a:p>
            <a:pPr eaLnBrk="1" hangingPunct="1">
              <a:lnSpc>
                <a:spcPct val="80000"/>
              </a:lnSpc>
            </a:pPr>
            <a:r>
              <a:rPr lang="en-GB" altLang="ro-RO" sz="1800" smtClean="0"/>
              <a:t>		return new String("x=" + x + ", y="+y); </a:t>
            </a:r>
          </a:p>
          <a:p>
            <a:pPr eaLnBrk="1" hangingPunct="1">
              <a:lnSpc>
                <a:spcPct val="80000"/>
              </a:lnSpc>
            </a:pPr>
            <a:r>
              <a:rPr lang="en-GB" altLang="ro-RO" sz="1800" smtClean="0"/>
              <a:t>	}</a:t>
            </a:r>
          </a:p>
          <a:p>
            <a:pPr eaLnBrk="1" hangingPunct="1">
              <a:lnSpc>
                <a:spcPct val="80000"/>
              </a:lnSpc>
            </a:pPr>
            <a:r>
              <a:rPr lang="en-GB" altLang="ro-RO" sz="1800" smtClean="0"/>
              <a:t>}</a:t>
            </a:r>
          </a:p>
          <a:p>
            <a:pPr eaLnBrk="1" hangingPunct="1">
              <a:lnSpc>
                <a:spcPct val="80000"/>
              </a:lnSpc>
            </a:pPr>
            <a:r>
              <a:rPr lang="en-GB" altLang="ro-RO" sz="1800" smtClean="0"/>
              <a:t>import java.io.*;</a:t>
            </a:r>
            <a:endParaRPr lang="en-GB" altLang="ro-RO" sz="1800" u="sng" smtClean="0"/>
          </a:p>
          <a:p>
            <a:pPr eaLnBrk="1" hangingPunct="1">
              <a:lnSpc>
                <a:spcPct val="80000"/>
              </a:lnSpc>
            </a:pPr>
            <a:r>
              <a:rPr lang="en-GB" altLang="ro-RO" sz="1800" u="sng" smtClean="0"/>
              <a:t>public class TestSerial {</a:t>
            </a:r>
            <a:endParaRPr lang="en-GB" altLang="ro-RO" sz="1800" smtClean="0"/>
          </a:p>
          <a:p>
            <a:pPr eaLnBrk="1" hangingPunct="1">
              <a:lnSpc>
                <a:spcPct val="80000"/>
              </a:lnSpc>
            </a:pPr>
            <a:r>
              <a:rPr lang="en-GB" altLang="ro-RO" sz="1800" smtClean="0"/>
              <a:t>	static MyObject obj;</a:t>
            </a:r>
          </a:p>
          <a:p>
            <a:pPr eaLnBrk="1" hangingPunct="1">
              <a:lnSpc>
                <a:spcPct val="80000"/>
              </a:lnSpc>
            </a:pPr>
            <a:r>
              <a:rPr lang="en-GB" altLang="ro-RO" sz="1800" smtClean="0"/>
              <a:t>	public static void main(String</a:t>
            </a:r>
            <a:r>
              <a:rPr lang="ro-RO" altLang="ro-RO" sz="1800" smtClean="0"/>
              <a:t> []</a:t>
            </a:r>
            <a:r>
              <a:rPr lang="en-GB" altLang="ro-RO" sz="1800" smtClean="0"/>
              <a:t> arg) {</a:t>
            </a:r>
          </a:p>
          <a:p>
            <a:pPr eaLnBrk="1" hangingPunct="1">
              <a:lnSpc>
                <a:spcPct val="80000"/>
              </a:lnSpc>
            </a:pPr>
            <a:r>
              <a:rPr lang="en-GB" altLang="ro-RO" sz="1800" smtClean="0"/>
              <a:t>		obj = new MyObject(10,20);</a:t>
            </a:r>
          </a:p>
          <a:p>
            <a:pPr eaLnBrk="1" hangingPunct="1">
              <a:lnSpc>
                <a:spcPct val="80000"/>
              </a:lnSpc>
            </a:pPr>
            <a:r>
              <a:rPr lang="en-GB" altLang="ro-RO" sz="1800" smtClean="0"/>
              <a:t>		</a:t>
            </a:r>
            <a:endParaRPr lang="en-US" altLang="ro-RO" sz="180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68313" y="0"/>
            <a:ext cx="9072562" cy="1512888"/>
          </a:xfrm>
        </p:spPr>
        <p:txBody>
          <a:bodyPr/>
          <a:lstStyle/>
          <a:p>
            <a:pPr eaLnBrk="1" hangingPunct="1"/>
            <a:r>
              <a:rPr lang="en-GB" altLang="ro-RO" smtClean="0"/>
              <a:t>Cuv</a:t>
            </a:r>
            <a:r>
              <a:rPr lang="ro-RO" altLang="ro-RO" smtClean="0"/>
              <a:t>â</a:t>
            </a:r>
            <a:r>
              <a:rPr lang="en-GB" altLang="ro-RO" smtClean="0"/>
              <a:t>ntul cheie transient</a:t>
            </a:r>
            <a:endParaRPr lang="en-US" altLang="ro-RO" smtClean="0"/>
          </a:p>
        </p:txBody>
      </p:sp>
      <p:sp>
        <p:nvSpPr>
          <p:cNvPr id="30723" name="Rectangle 3"/>
          <p:cNvSpPr>
            <a:spLocks noGrp="1" noChangeArrowheads="1"/>
          </p:cNvSpPr>
          <p:nvPr>
            <p:ph type="body" idx="1"/>
          </p:nvPr>
        </p:nvSpPr>
        <p:spPr>
          <a:xfrm>
            <a:off x="468313" y="1341438"/>
            <a:ext cx="9072562" cy="4283075"/>
          </a:xfrm>
        </p:spPr>
        <p:txBody>
          <a:bodyPr/>
          <a:lstStyle/>
          <a:p>
            <a:pPr eaLnBrk="1" hangingPunct="1">
              <a:lnSpc>
                <a:spcPct val="80000"/>
              </a:lnSpc>
            </a:pPr>
            <a:r>
              <a:rPr lang="en-GB" altLang="ro-RO" sz="1800" smtClean="0"/>
              <a:t>try {</a:t>
            </a:r>
            <a:r>
              <a:rPr lang="ro-RO" altLang="ro-RO" sz="1800" smtClean="0"/>
              <a:t> </a:t>
            </a:r>
            <a:r>
              <a:rPr lang="en-GB" altLang="ro-RO" sz="1800" smtClean="0"/>
              <a:t>FileOutputStream fout = new </a:t>
            </a:r>
            <a:r>
              <a:rPr lang="ro-RO" altLang="ro-RO" sz="1800" smtClean="0"/>
              <a:t> </a:t>
            </a:r>
            <a:r>
              <a:rPr lang="en-GB" altLang="ro-RO" sz="1800" smtClean="0"/>
              <a:t>FileOutputStream("fisier.tmp");</a:t>
            </a:r>
          </a:p>
          <a:p>
            <a:pPr eaLnBrk="1" hangingPunct="1">
              <a:lnSpc>
                <a:spcPct val="80000"/>
              </a:lnSpc>
            </a:pPr>
            <a:r>
              <a:rPr lang="en-GB" altLang="ro-RO" sz="1800" smtClean="0"/>
              <a:t>		</a:t>
            </a:r>
            <a:r>
              <a:rPr lang="ro-RO" altLang="ro-RO" sz="1800" smtClean="0"/>
              <a:t>       </a:t>
            </a:r>
            <a:r>
              <a:rPr lang="en-GB" altLang="ro-RO" sz="1800" smtClean="0"/>
              <a:t>ObjectOutputStream sout = new </a:t>
            </a:r>
            <a:r>
              <a:rPr lang="ro-RO" altLang="ro-RO" sz="1800" smtClean="0"/>
              <a:t> </a:t>
            </a:r>
            <a:r>
              <a:rPr lang="en-GB" altLang="ro-RO" sz="1800" smtClean="0"/>
              <a:t>ObjectOutputStream(fout);</a:t>
            </a:r>
          </a:p>
          <a:p>
            <a:pPr eaLnBrk="1" hangingPunct="1">
              <a:lnSpc>
                <a:spcPct val="80000"/>
              </a:lnSpc>
            </a:pPr>
            <a:r>
              <a:rPr lang="en-GB" altLang="ro-RO" sz="1800" smtClean="0"/>
              <a:t>		</a:t>
            </a:r>
            <a:r>
              <a:rPr lang="ro-RO" altLang="ro-RO" sz="1800" smtClean="0"/>
              <a:t>       </a:t>
            </a:r>
            <a:r>
              <a:rPr lang="en-GB" altLang="ro-RO" sz="1800" smtClean="0"/>
              <a:t>sout.writeObject(obj);</a:t>
            </a:r>
          </a:p>
          <a:p>
            <a:pPr eaLnBrk="1" hangingPunct="1">
              <a:lnSpc>
                <a:spcPct val="80000"/>
              </a:lnSpc>
            </a:pPr>
            <a:r>
              <a:rPr lang="en-GB" altLang="ro-RO" sz="1800" smtClean="0"/>
              <a:t>		</a:t>
            </a:r>
            <a:r>
              <a:rPr lang="ro-RO" altLang="ro-RO" sz="1800" smtClean="0"/>
              <a:t>       </a:t>
            </a:r>
            <a:r>
              <a:rPr lang="en-GB" altLang="ro-RO" sz="1800" smtClean="0"/>
              <a:t>sout.flush();</a:t>
            </a:r>
          </a:p>
          <a:p>
            <a:pPr eaLnBrk="1" hangingPunct="1">
              <a:lnSpc>
                <a:spcPct val="80000"/>
              </a:lnSpc>
            </a:pPr>
            <a:r>
              <a:rPr lang="en-GB" altLang="ro-RO" sz="1800" smtClean="0"/>
              <a:t>		</a:t>
            </a:r>
            <a:r>
              <a:rPr lang="ro-RO" altLang="ro-RO" sz="1800" smtClean="0"/>
              <a:t>       </a:t>
            </a:r>
            <a:r>
              <a:rPr lang="en-GB" altLang="ro-RO" sz="1800" smtClean="0"/>
              <a:t>sout.close();</a:t>
            </a:r>
          </a:p>
          <a:p>
            <a:pPr eaLnBrk="1" hangingPunct="1">
              <a:lnSpc>
                <a:spcPct val="80000"/>
              </a:lnSpc>
            </a:pPr>
            <a:r>
              <a:rPr lang="en-GB" altLang="ro-RO" sz="1800" smtClean="0"/>
              <a:t>		</a:t>
            </a:r>
            <a:r>
              <a:rPr lang="ro-RO" altLang="ro-RO" sz="1800" smtClean="0"/>
              <a:t>       </a:t>
            </a:r>
            <a:r>
              <a:rPr lang="en-GB" altLang="ro-RO" sz="1800" smtClean="0"/>
              <a:t>fout.close();</a:t>
            </a:r>
          </a:p>
          <a:p>
            <a:pPr eaLnBrk="1" hangingPunct="1">
              <a:lnSpc>
                <a:spcPct val="80000"/>
              </a:lnSpc>
            </a:pPr>
            <a:r>
              <a:rPr lang="en-GB" altLang="ro-RO" sz="1800" smtClean="0"/>
              <a:t>		</a:t>
            </a:r>
            <a:r>
              <a:rPr lang="ro-RO" altLang="ro-RO" sz="1800" smtClean="0"/>
              <a:t>       </a:t>
            </a:r>
            <a:r>
              <a:rPr lang="en-GB" altLang="ro-RO" sz="1800" smtClean="0"/>
              <a:t>System.out.println("A fost salvat obiectul " + obj);</a:t>
            </a:r>
          </a:p>
          <a:p>
            <a:pPr eaLnBrk="1" hangingPunct="1">
              <a:lnSpc>
                <a:spcPct val="80000"/>
              </a:lnSpc>
            </a:pPr>
            <a:r>
              <a:rPr lang="en-GB" altLang="ro-RO" sz="1800" smtClean="0"/>
              <a:t>		}</a:t>
            </a:r>
          </a:p>
          <a:p>
            <a:pPr eaLnBrk="1" hangingPunct="1">
              <a:lnSpc>
                <a:spcPct val="80000"/>
              </a:lnSpc>
            </a:pPr>
            <a:r>
              <a:rPr lang="en-GB" altLang="ro-RO" sz="1800" smtClean="0"/>
              <a:t>		catch (IOException e) {}</a:t>
            </a:r>
          </a:p>
          <a:p>
            <a:pPr eaLnBrk="1" hangingPunct="1">
              <a:lnSpc>
                <a:spcPct val="80000"/>
              </a:lnSpc>
            </a:pPr>
            <a:r>
              <a:rPr lang="en-GB" altLang="ro-RO" sz="1800" smtClean="0"/>
              <a:t>		System.out.println("Restauram...");</a:t>
            </a:r>
            <a:endParaRPr lang="en-US" altLang="ro-RO" sz="1800" smtClean="0"/>
          </a:p>
          <a:p>
            <a:pPr eaLnBrk="1" hangingPunct="1">
              <a:lnSpc>
                <a:spcPct val="80000"/>
              </a:lnSpc>
            </a:pPr>
            <a:r>
              <a:rPr lang="en-GB" altLang="ro-RO" sz="1800" smtClean="0"/>
              <a:t>try {	FileInputStream fin = new </a:t>
            </a:r>
            <a:r>
              <a:rPr lang="ro-RO" altLang="ro-RO" sz="1800" smtClean="0"/>
              <a:t> </a:t>
            </a:r>
            <a:r>
              <a:rPr lang="en-GB" altLang="ro-RO" sz="1800" smtClean="0"/>
              <a:t>FileInputStream("fisier.tmp");</a:t>
            </a:r>
          </a:p>
          <a:p>
            <a:pPr eaLnBrk="1" hangingPunct="1">
              <a:lnSpc>
                <a:spcPct val="80000"/>
              </a:lnSpc>
            </a:pPr>
            <a:r>
              <a:rPr lang="en-GB" altLang="ro-RO" sz="1800" smtClean="0"/>
              <a:t>	ObjectInputStream sin = new ObjectInputStream(fin);</a:t>
            </a:r>
          </a:p>
          <a:p>
            <a:pPr eaLnBrk="1" hangingPunct="1">
              <a:lnSpc>
                <a:spcPct val="80000"/>
              </a:lnSpc>
            </a:pPr>
            <a:r>
              <a:rPr lang="en-GB" altLang="ro-RO" sz="1800" smtClean="0"/>
              <a:t>	try {</a:t>
            </a:r>
            <a:r>
              <a:rPr lang="ro-RO" altLang="ro-RO" sz="1800" smtClean="0"/>
              <a:t>  </a:t>
            </a:r>
            <a:r>
              <a:rPr lang="en-GB" altLang="ro-RO" sz="1800" smtClean="0"/>
              <a:t>obj = (MyObject) sin.readObject();</a:t>
            </a:r>
          </a:p>
          <a:p>
            <a:pPr eaLnBrk="1" hangingPunct="1">
              <a:lnSpc>
                <a:spcPct val="80000"/>
              </a:lnSpc>
            </a:pPr>
            <a:r>
              <a:rPr lang="en-GB" altLang="ro-RO" sz="1800" smtClean="0"/>
              <a:t>		}</a:t>
            </a:r>
          </a:p>
          <a:p>
            <a:pPr eaLnBrk="1" hangingPunct="1">
              <a:lnSpc>
                <a:spcPct val="80000"/>
              </a:lnSpc>
            </a:pPr>
            <a:r>
              <a:rPr lang="en-GB" altLang="ro-RO" sz="1800" smtClean="0"/>
              <a:t>	catch (ClassNotFoundException e) {}</a:t>
            </a:r>
          </a:p>
          <a:p>
            <a:pPr eaLnBrk="1" hangingPunct="1">
              <a:lnSpc>
                <a:spcPct val="80000"/>
              </a:lnSpc>
            </a:pPr>
            <a:r>
              <a:rPr lang="en-GB" altLang="ro-RO" sz="1800" smtClean="0"/>
              <a:t>	sin.close();</a:t>
            </a:r>
          </a:p>
          <a:p>
            <a:pPr eaLnBrk="1" hangingPunct="1">
              <a:lnSpc>
                <a:spcPct val="80000"/>
              </a:lnSpc>
            </a:pPr>
            <a:r>
              <a:rPr lang="en-GB" altLang="ro-RO" sz="1800" smtClean="0"/>
              <a:t>	fin.close();</a:t>
            </a:r>
          </a:p>
          <a:p>
            <a:pPr eaLnBrk="1" hangingPunct="1">
              <a:lnSpc>
                <a:spcPct val="80000"/>
              </a:lnSpc>
            </a:pPr>
            <a:r>
              <a:rPr lang="en-GB" altLang="ro-RO" sz="1800" smtClean="0"/>
              <a:t>System.out.println("A fost restaurat obiectul " + obj);</a:t>
            </a:r>
          </a:p>
          <a:p>
            <a:pPr eaLnBrk="1" hangingPunct="1">
              <a:lnSpc>
                <a:spcPct val="80000"/>
              </a:lnSpc>
            </a:pPr>
            <a:r>
              <a:rPr lang="en-GB" altLang="ro-RO" sz="1800" smtClean="0"/>
              <a:t>	}</a:t>
            </a:r>
          </a:p>
          <a:p>
            <a:pPr eaLnBrk="1" hangingPunct="1">
              <a:lnSpc>
                <a:spcPct val="80000"/>
              </a:lnSpc>
            </a:pPr>
            <a:r>
              <a:rPr lang="en-GB" altLang="ro-RO" sz="1800" smtClean="0"/>
              <a:t>	catch (IOException e) {}</a:t>
            </a:r>
          </a:p>
          <a:p>
            <a:pPr eaLnBrk="1" hangingPunct="1">
              <a:lnSpc>
                <a:spcPct val="80000"/>
              </a:lnSpc>
            </a:pPr>
            <a:r>
              <a:rPr lang="en-GB" altLang="ro-RO" sz="1800" smtClean="0"/>
              <a:t>	}</a:t>
            </a:r>
          </a:p>
          <a:p>
            <a:pPr eaLnBrk="1" hangingPunct="1">
              <a:lnSpc>
                <a:spcPct val="80000"/>
              </a:lnSpc>
            </a:pPr>
            <a:r>
              <a:rPr lang="en-GB" altLang="ro-RO" sz="1800" smtClean="0"/>
              <a:t>}</a:t>
            </a:r>
            <a:endParaRPr lang="ro-RO" altLang="ro-RO" sz="1800" smtClean="0"/>
          </a:p>
          <a:p>
            <a:pPr eaLnBrk="1" hangingPunct="1">
              <a:lnSpc>
                <a:spcPct val="80000"/>
              </a:lnSpc>
            </a:pPr>
            <a:endParaRPr lang="en-US" altLang="ro-RO" sz="18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68313" y="0"/>
            <a:ext cx="9072562" cy="1512888"/>
          </a:xfrm>
        </p:spPr>
        <p:txBody>
          <a:bodyPr/>
          <a:lstStyle/>
          <a:p>
            <a:pPr eaLnBrk="1" hangingPunct="1"/>
            <a:r>
              <a:rPr lang="en-GB" altLang="ro-RO" smtClean="0"/>
              <a:t>Cuv</a:t>
            </a:r>
            <a:r>
              <a:rPr lang="ro-RO" altLang="ro-RO" smtClean="0"/>
              <a:t>â</a:t>
            </a:r>
            <a:r>
              <a:rPr lang="en-GB" altLang="ro-RO" smtClean="0"/>
              <a:t>ntul cheie transient</a:t>
            </a:r>
            <a:endParaRPr lang="en-US" altLang="ro-RO" smtClean="0"/>
          </a:p>
        </p:txBody>
      </p:sp>
      <p:sp>
        <p:nvSpPr>
          <p:cNvPr id="32771" name="Rectangle 3"/>
          <p:cNvSpPr>
            <a:spLocks noGrp="1" noChangeArrowheads="1"/>
          </p:cNvSpPr>
          <p:nvPr>
            <p:ph type="body" idx="1"/>
          </p:nvPr>
        </p:nvSpPr>
        <p:spPr>
          <a:xfrm>
            <a:off x="315913" y="1265238"/>
            <a:ext cx="9525000" cy="6294437"/>
          </a:xfrm>
        </p:spPr>
        <p:txBody>
          <a:bodyPr/>
          <a:lstStyle/>
          <a:p>
            <a:pPr eaLnBrk="1" hangingPunct="1">
              <a:lnSpc>
                <a:spcPct val="80000"/>
              </a:lnSpc>
            </a:pPr>
            <a:r>
              <a:rPr lang="en-GB" altLang="ro-RO" sz="1800" smtClean="0"/>
              <a:t>Rezultatul acestui program va fi :</a:t>
            </a:r>
          </a:p>
          <a:p>
            <a:pPr eaLnBrk="1" hangingPunct="1">
              <a:lnSpc>
                <a:spcPct val="80000"/>
              </a:lnSpc>
            </a:pPr>
            <a:r>
              <a:rPr lang="en-GB" altLang="ro-RO" sz="1800" smtClean="0"/>
              <a:t>A fost salvat obiectul x=10, y=20</a:t>
            </a:r>
          </a:p>
          <a:p>
            <a:pPr eaLnBrk="1" hangingPunct="1">
              <a:lnSpc>
                <a:spcPct val="80000"/>
              </a:lnSpc>
            </a:pPr>
            <a:r>
              <a:rPr lang="en-GB" altLang="ro-RO" sz="1800" smtClean="0"/>
              <a:t>Restauram...</a:t>
            </a:r>
          </a:p>
          <a:p>
            <a:pPr eaLnBrk="1" hangingPunct="1">
              <a:lnSpc>
                <a:spcPct val="80000"/>
              </a:lnSpc>
            </a:pPr>
            <a:r>
              <a:rPr lang="en-GB" altLang="ro-RO" sz="1800" smtClean="0"/>
              <a:t>A fost restaurat obiectul x=10, y=0</a:t>
            </a:r>
          </a:p>
          <a:p>
            <a:pPr eaLnBrk="1" hangingPunct="1">
              <a:lnSpc>
                <a:spcPct val="80000"/>
              </a:lnSpc>
            </a:pPr>
            <a:r>
              <a:rPr lang="en-GB" altLang="ro-RO" sz="1800" smtClean="0"/>
              <a:t>Obs.	Atunci când o clasa serializabila deriva dintr-o alta clasa, salvarea câmpurilor clasei parinte se va face doar daca si aceasta este serializabila. </a:t>
            </a:r>
            <a:r>
              <a:rPr lang="it-IT" altLang="ro-RO" sz="1800" smtClean="0"/>
              <a:t>In caz contrar, subclasa trebuie sa salveze explicit si câmpurile mostenite.</a:t>
            </a:r>
          </a:p>
          <a:p>
            <a:pPr eaLnBrk="1" hangingPunct="1">
              <a:lnSpc>
                <a:spcPct val="80000"/>
              </a:lnSpc>
            </a:pPr>
            <a:r>
              <a:rPr lang="it-IT" altLang="ro-RO" sz="1800" smtClean="0"/>
              <a:t>Ex1:</a:t>
            </a:r>
          </a:p>
          <a:p>
            <a:pPr eaLnBrk="1" hangingPunct="1">
              <a:lnSpc>
                <a:spcPct val="80000"/>
              </a:lnSpc>
            </a:pPr>
            <a:r>
              <a:rPr lang="it-IT" altLang="ro-RO" sz="1800" smtClean="0"/>
              <a:t>	class Parinte implements Serializable {</a:t>
            </a:r>
          </a:p>
          <a:p>
            <a:pPr eaLnBrk="1" hangingPunct="1">
              <a:lnSpc>
                <a:spcPct val="80000"/>
              </a:lnSpc>
            </a:pPr>
            <a:r>
              <a:rPr lang="it-IT" altLang="ro-RO" sz="1800" smtClean="0"/>
              <a:t>		int x;</a:t>
            </a:r>
            <a:r>
              <a:rPr lang="ro-RO" altLang="ro-RO" sz="1800" smtClean="0"/>
              <a:t>  </a:t>
            </a:r>
            <a:r>
              <a:rPr lang="it-IT" altLang="ro-RO" sz="1800" smtClean="0"/>
              <a:t>...</a:t>
            </a:r>
          </a:p>
          <a:p>
            <a:pPr eaLnBrk="1" hangingPunct="1">
              <a:lnSpc>
                <a:spcPct val="80000"/>
              </a:lnSpc>
            </a:pPr>
            <a:r>
              <a:rPr lang="it-IT" altLang="ro-RO" sz="1800" smtClean="0"/>
              <a:t>	}</a:t>
            </a:r>
          </a:p>
          <a:p>
            <a:pPr eaLnBrk="1" hangingPunct="1">
              <a:lnSpc>
                <a:spcPct val="80000"/>
              </a:lnSpc>
            </a:pPr>
            <a:r>
              <a:rPr lang="it-IT" altLang="ro-RO" sz="1800" smtClean="0"/>
              <a:t>	class Fiu extends Parinte implements Serializable {</a:t>
            </a:r>
          </a:p>
          <a:p>
            <a:pPr eaLnBrk="1" hangingPunct="1">
              <a:lnSpc>
                <a:spcPct val="80000"/>
              </a:lnSpc>
            </a:pPr>
            <a:r>
              <a:rPr lang="it-IT" altLang="ro-RO" sz="1800" smtClean="0"/>
              <a:t>		int y;</a:t>
            </a:r>
            <a:r>
              <a:rPr lang="ro-RO" altLang="ro-RO" sz="1800" smtClean="0"/>
              <a:t>  </a:t>
            </a:r>
            <a:r>
              <a:rPr lang="it-IT" altLang="ro-RO" sz="1800" smtClean="0"/>
              <a:t>...</a:t>
            </a:r>
          </a:p>
          <a:p>
            <a:pPr eaLnBrk="1" hangingPunct="1">
              <a:lnSpc>
                <a:spcPct val="80000"/>
              </a:lnSpc>
            </a:pPr>
            <a:r>
              <a:rPr lang="it-IT" altLang="ro-RO" sz="1800" smtClean="0"/>
              <a:t>	}</a:t>
            </a:r>
          </a:p>
          <a:p>
            <a:pPr eaLnBrk="1" hangingPunct="1">
              <a:lnSpc>
                <a:spcPct val="80000"/>
              </a:lnSpc>
            </a:pPr>
            <a:r>
              <a:rPr lang="it-IT" altLang="ro-RO" sz="1800" smtClean="0"/>
              <a:t>La serializare se salveaza atât x cât si y.</a:t>
            </a:r>
          </a:p>
          <a:p>
            <a:pPr eaLnBrk="1" hangingPunct="1">
              <a:lnSpc>
                <a:spcPct val="80000"/>
              </a:lnSpc>
            </a:pPr>
            <a:r>
              <a:rPr lang="it-IT" altLang="ro-RO" sz="1800" smtClean="0"/>
              <a:t>Ex1:</a:t>
            </a:r>
          </a:p>
          <a:p>
            <a:pPr eaLnBrk="1" hangingPunct="1">
              <a:lnSpc>
                <a:spcPct val="80000"/>
              </a:lnSpc>
            </a:pPr>
            <a:r>
              <a:rPr lang="it-IT" altLang="ro-RO" sz="1800" smtClean="0"/>
              <a:t>	class Parinte {</a:t>
            </a:r>
          </a:p>
          <a:p>
            <a:pPr eaLnBrk="1" hangingPunct="1">
              <a:lnSpc>
                <a:spcPct val="80000"/>
              </a:lnSpc>
            </a:pPr>
            <a:r>
              <a:rPr lang="it-IT" altLang="ro-RO" sz="1800" smtClean="0"/>
              <a:t>		int x;</a:t>
            </a:r>
            <a:r>
              <a:rPr lang="ro-RO" altLang="ro-RO" sz="1800" smtClean="0"/>
              <a:t> </a:t>
            </a:r>
            <a:r>
              <a:rPr lang="it-IT" altLang="ro-RO" sz="1800" smtClean="0"/>
              <a:t>...</a:t>
            </a:r>
          </a:p>
          <a:p>
            <a:pPr eaLnBrk="1" hangingPunct="1">
              <a:lnSpc>
                <a:spcPct val="80000"/>
              </a:lnSpc>
            </a:pPr>
            <a:r>
              <a:rPr lang="it-IT" altLang="ro-RO" sz="1800" smtClean="0"/>
              <a:t>	}</a:t>
            </a:r>
          </a:p>
          <a:p>
            <a:pPr eaLnBrk="1" hangingPunct="1">
              <a:lnSpc>
                <a:spcPct val="80000"/>
              </a:lnSpc>
            </a:pPr>
            <a:r>
              <a:rPr lang="it-IT" altLang="ro-RO" sz="1800" smtClean="0"/>
              <a:t>	class Fiu extends Parinte implements Serializable {</a:t>
            </a:r>
          </a:p>
          <a:p>
            <a:pPr eaLnBrk="1" hangingPunct="1">
              <a:lnSpc>
                <a:spcPct val="80000"/>
              </a:lnSpc>
            </a:pPr>
            <a:r>
              <a:rPr lang="it-IT" altLang="ro-RO" sz="1800" smtClean="0"/>
              <a:t>		int y;</a:t>
            </a:r>
            <a:r>
              <a:rPr lang="ro-RO" altLang="ro-RO" sz="1800" smtClean="0"/>
              <a:t> </a:t>
            </a:r>
            <a:r>
              <a:rPr lang="it-IT" altLang="ro-RO" sz="1800" smtClean="0"/>
              <a:t>...</a:t>
            </a:r>
          </a:p>
          <a:p>
            <a:pPr eaLnBrk="1" hangingPunct="1">
              <a:lnSpc>
                <a:spcPct val="80000"/>
              </a:lnSpc>
            </a:pPr>
            <a:r>
              <a:rPr lang="it-IT" altLang="ro-RO" sz="1800" smtClean="0"/>
              <a:t>	}</a:t>
            </a:r>
          </a:p>
          <a:p>
            <a:pPr eaLnBrk="1" hangingPunct="1">
              <a:lnSpc>
                <a:spcPct val="80000"/>
              </a:lnSpc>
            </a:pPr>
            <a:r>
              <a:rPr lang="it-IT" altLang="ro-RO" sz="1800" smtClean="0"/>
              <a:t>Serializarea nu decurge normal.</a:t>
            </a:r>
            <a:endParaRPr lang="en-US" altLang="ro-RO" sz="18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8313" y="0"/>
            <a:ext cx="9072562" cy="1512888"/>
          </a:xfrm>
        </p:spPr>
        <p:txBody>
          <a:bodyPr/>
          <a:lstStyle/>
          <a:p>
            <a:pPr eaLnBrk="1" hangingPunct="1"/>
            <a:r>
              <a:rPr lang="it-IT" altLang="ro-RO" sz="3200" smtClean="0"/>
              <a:t>Folosirea serializarii pentru copierea obiectelor</a:t>
            </a:r>
            <a:endParaRPr lang="en-US" altLang="ro-RO" sz="3200" smtClean="0"/>
          </a:p>
        </p:txBody>
      </p:sp>
      <p:sp>
        <p:nvSpPr>
          <p:cNvPr id="34819" name="Rectangle 3"/>
          <p:cNvSpPr>
            <a:spLocks noGrp="1" noChangeArrowheads="1"/>
          </p:cNvSpPr>
          <p:nvPr>
            <p:ph type="body" idx="1"/>
          </p:nvPr>
        </p:nvSpPr>
        <p:spPr>
          <a:xfrm>
            <a:off x="0" y="1189038"/>
            <a:ext cx="9540875" cy="4283075"/>
          </a:xfrm>
        </p:spPr>
        <p:txBody>
          <a:bodyPr/>
          <a:lstStyle/>
          <a:p>
            <a:pPr eaLnBrk="1" hangingPunct="1"/>
            <a:r>
              <a:rPr lang="pt-BR" altLang="ro-RO" sz="2400" smtClean="0"/>
              <a:t>Se stie ca nu putem copia un obiect prin instructiunea de atribuire. O secventa de forma:</a:t>
            </a:r>
          </a:p>
          <a:p>
            <a:pPr eaLnBrk="1" hangingPunct="1"/>
            <a:r>
              <a:rPr lang="pt-BR" altLang="ro-RO" sz="2400" smtClean="0"/>
              <a:t>	MyObject o1 = new MyObject(10, 20);</a:t>
            </a:r>
          </a:p>
          <a:p>
            <a:pPr eaLnBrk="1" hangingPunct="1"/>
            <a:r>
              <a:rPr lang="pt-BR" altLang="ro-RO" sz="2400" smtClean="0"/>
              <a:t>	MyObject o2 = o1;</a:t>
            </a:r>
            <a:endParaRPr lang="en-GB" altLang="ro-RO" sz="2400" smtClean="0"/>
          </a:p>
          <a:p>
            <a:pPr eaLnBrk="1" hangingPunct="1"/>
            <a:r>
              <a:rPr lang="en-GB" altLang="ro-RO" sz="2400" smtClean="0"/>
              <a:t>nu face decât sa declare obiectul o2 ca fiind o referinta la obiectul o1. Orice schimbare într-unul din cele doua obiecte se va reflecta si în celalalt.</a:t>
            </a:r>
            <a:endParaRPr lang="en-US" altLang="ro-RO" sz="2400" smtClean="0"/>
          </a:p>
        </p:txBody>
      </p:sp>
      <p:grpSp>
        <p:nvGrpSpPr>
          <p:cNvPr id="34820" name="Group 16"/>
          <p:cNvGrpSpPr>
            <a:grpSpLocks/>
          </p:cNvGrpSpPr>
          <p:nvPr/>
        </p:nvGrpSpPr>
        <p:grpSpPr bwMode="auto">
          <a:xfrm>
            <a:off x="3287713" y="4649788"/>
            <a:ext cx="2971800" cy="1568450"/>
            <a:chOff x="1843" y="612"/>
            <a:chExt cx="1153" cy="423"/>
          </a:xfrm>
        </p:grpSpPr>
        <p:sp>
          <p:nvSpPr>
            <p:cNvPr id="34821" name="Oval 10"/>
            <p:cNvSpPr>
              <a:spLocks noChangeArrowheads="1"/>
            </p:cNvSpPr>
            <p:nvPr/>
          </p:nvSpPr>
          <p:spPr bwMode="auto">
            <a:xfrm>
              <a:off x="2016" y="862"/>
              <a:ext cx="807" cy="17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34822" name="Rectangle 11"/>
            <p:cNvSpPr>
              <a:spLocks noChangeArrowheads="1"/>
            </p:cNvSpPr>
            <p:nvPr/>
          </p:nvSpPr>
          <p:spPr bwMode="auto">
            <a:xfrm>
              <a:off x="1843" y="613"/>
              <a:ext cx="231" cy="11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2700" tIns="12700" rIns="12700" bIns="127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o-RO" sz="2000">
                  <a:latin typeface="Courier New" panose="02070309020205020404" pitchFamily="49" charset="0"/>
                </a:rPr>
                <a:t>o1</a:t>
              </a:r>
              <a:endParaRPr lang="en-US" altLang="ro-RO" sz="2000"/>
            </a:p>
          </p:txBody>
        </p:sp>
        <p:sp>
          <p:nvSpPr>
            <p:cNvPr id="34823" name="Rectangle 12"/>
            <p:cNvSpPr>
              <a:spLocks noChangeArrowheads="1"/>
            </p:cNvSpPr>
            <p:nvPr/>
          </p:nvSpPr>
          <p:spPr bwMode="auto">
            <a:xfrm>
              <a:off x="2765" y="612"/>
              <a:ext cx="231" cy="11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2700" tIns="12700" rIns="12700" bIns="127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o-RO" sz="2000">
                  <a:latin typeface="Courier New" panose="02070309020205020404" pitchFamily="49" charset="0"/>
                </a:rPr>
                <a:t>o2</a:t>
              </a:r>
              <a:endParaRPr lang="en-US" altLang="ro-RO" sz="2000"/>
            </a:p>
          </p:txBody>
        </p:sp>
        <p:sp>
          <p:nvSpPr>
            <p:cNvPr id="34824" name="Line 13"/>
            <p:cNvSpPr>
              <a:spLocks noChangeShapeType="1"/>
            </p:cNvSpPr>
            <p:nvPr/>
          </p:nvSpPr>
          <p:spPr bwMode="auto">
            <a:xfrm>
              <a:off x="2016" y="738"/>
              <a:ext cx="288" cy="115"/>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4825" name="Line 14"/>
            <p:cNvSpPr>
              <a:spLocks noChangeShapeType="1"/>
            </p:cNvSpPr>
            <p:nvPr/>
          </p:nvSpPr>
          <p:spPr bwMode="auto">
            <a:xfrm flipH="1">
              <a:off x="2592" y="738"/>
              <a:ext cx="288" cy="115"/>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4826" name="Text Box 15"/>
            <p:cNvSpPr txBox="1">
              <a:spLocks noChangeArrowheads="1"/>
            </p:cNvSpPr>
            <p:nvPr/>
          </p:nvSpPr>
          <p:spPr bwMode="auto">
            <a:xfrm>
              <a:off x="2264" y="891"/>
              <a:ext cx="34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pt-BR" altLang="ro-RO" sz="2000">
                  <a:latin typeface="Courier New" panose="02070309020205020404" pitchFamily="49" charset="0"/>
                </a:rPr>
                <a:t>date</a:t>
              </a:r>
              <a:endParaRPr lang="en-US" altLang="ro-RO" sz="2000"/>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68313" y="198438"/>
            <a:ext cx="9072562" cy="1512887"/>
          </a:xfrm>
        </p:spPr>
        <p:txBody>
          <a:bodyPr/>
          <a:lstStyle/>
          <a:p>
            <a:pPr eaLnBrk="1" hangingPunct="1"/>
            <a:r>
              <a:rPr lang="it-IT" altLang="ro-RO" sz="3600" smtClean="0"/>
              <a:t>Folosirea serializarii pentru copierea obiectelor</a:t>
            </a:r>
            <a:endParaRPr lang="en-US" altLang="ro-RO" sz="3600" smtClean="0"/>
          </a:p>
        </p:txBody>
      </p:sp>
      <p:sp>
        <p:nvSpPr>
          <p:cNvPr id="36867" name="Rectangle 3"/>
          <p:cNvSpPr>
            <a:spLocks noGrp="1" noChangeArrowheads="1"/>
          </p:cNvSpPr>
          <p:nvPr>
            <p:ph type="body" idx="1"/>
          </p:nvPr>
        </p:nvSpPr>
        <p:spPr>
          <a:xfrm>
            <a:off x="392113" y="1798638"/>
            <a:ext cx="9072562" cy="4283075"/>
          </a:xfrm>
        </p:spPr>
        <p:txBody>
          <a:bodyPr/>
          <a:lstStyle/>
          <a:p>
            <a:pPr eaLnBrk="1" hangingPunct="1"/>
            <a:r>
              <a:rPr lang="pt-BR" altLang="ro-RO" sz="2400" smtClean="0"/>
              <a:t>O posibilitate de a face o copie unui obiect este folosirea metodei </a:t>
            </a:r>
            <a:r>
              <a:rPr lang="pt-BR" altLang="ro-RO" sz="2400" i="1" smtClean="0"/>
              <a:t>clone()</a:t>
            </a:r>
            <a:r>
              <a:rPr lang="pt-BR" altLang="ro-RO" sz="2400" smtClean="0"/>
              <a:t> a clasei Object.</a:t>
            </a:r>
          </a:p>
          <a:p>
            <a:pPr eaLnBrk="1" hangingPunct="1"/>
            <a:r>
              <a:rPr lang="pt-BR" altLang="ro-RO" sz="2400" smtClean="0"/>
              <a:t>	MyObject o1 = new MyObject(10, 20);</a:t>
            </a:r>
          </a:p>
          <a:p>
            <a:pPr eaLnBrk="1" hangingPunct="1"/>
            <a:r>
              <a:rPr lang="pt-BR" altLang="ro-RO" sz="2400" smtClean="0"/>
              <a:t>	</a:t>
            </a:r>
            <a:r>
              <a:rPr lang="en-GB" altLang="ro-RO" sz="2400" smtClean="0"/>
              <a:t>MyObject o2 = (MyObject) o1.clone();</a:t>
            </a:r>
            <a:endParaRPr lang="en-US" altLang="ro-RO" sz="2400" smtClean="0"/>
          </a:p>
        </p:txBody>
      </p:sp>
      <p:grpSp>
        <p:nvGrpSpPr>
          <p:cNvPr id="36868" name="Group 4"/>
          <p:cNvGrpSpPr>
            <a:grpSpLocks/>
          </p:cNvGrpSpPr>
          <p:nvPr/>
        </p:nvGrpSpPr>
        <p:grpSpPr bwMode="auto">
          <a:xfrm>
            <a:off x="1992313" y="3932238"/>
            <a:ext cx="4864100" cy="2362200"/>
            <a:chOff x="3861" y="4052"/>
            <a:chExt cx="4492" cy="1772"/>
          </a:xfrm>
        </p:grpSpPr>
        <p:sp>
          <p:nvSpPr>
            <p:cNvPr id="36869" name="Oval 5"/>
            <p:cNvSpPr>
              <a:spLocks noChangeArrowheads="1"/>
            </p:cNvSpPr>
            <p:nvPr/>
          </p:nvSpPr>
          <p:spPr bwMode="auto">
            <a:xfrm>
              <a:off x="3861" y="4624"/>
              <a:ext cx="2017" cy="43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36870" name="Rectangle 6"/>
            <p:cNvSpPr>
              <a:spLocks noChangeArrowheads="1"/>
            </p:cNvSpPr>
            <p:nvPr/>
          </p:nvSpPr>
          <p:spPr bwMode="auto">
            <a:xfrm>
              <a:off x="4608" y="4053"/>
              <a:ext cx="577" cy="28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2700" tIns="12700" rIns="12700" bIns="127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o-RO" sz="2000">
                  <a:latin typeface="Courier New" panose="02070309020205020404" pitchFamily="49" charset="0"/>
                </a:rPr>
                <a:t>o1</a:t>
              </a:r>
              <a:endParaRPr lang="en-US" altLang="ro-RO" sz="2000"/>
            </a:p>
          </p:txBody>
        </p:sp>
        <p:sp>
          <p:nvSpPr>
            <p:cNvPr id="36871" name="Rectangle 7"/>
            <p:cNvSpPr>
              <a:spLocks noChangeArrowheads="1"/>
            </p:cNvSpPr>
            <p:nvPr/>
          </p:nvSpPr>
          <p:spPr bwMode="auto">
            <a:xfrm>
              <a:off x="6912" y="4052"/>
              <a:ext cx="577" cy="289"/>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2700" tIns="12700" rIns="12700" bIns="127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o-RO" sz="2000">
                  <a:latin typeface="Courier New" panose="02070309020205020404" pitchFamily="49" charset="0"/>
                </a:rPr>
                <a:t>o2</a:t>
              </a:r>
              <a:endParaRPr lang="en-US" altLang="ro-RO" sz="2000"/>
            </a:p>
          </p:txBody>
        </p:sp>
        <p:sp>
          <p:nvSpPr>
            <p:cNvPr id="36872" name="Oval 8"/>
            <p:cNvSpPr>
              <a:spLocks noChangeArrowheads="1"/>
            </p:cNvSpPr>
            <p:nvPr/>
          </p:nvSpPr>
          <p:spPr bwMode="auto">
            <a:xfrm>
              <a:off x="6336" y="4624"/>
              <a:ext cx="2017" cy="433"/>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36873" name="Rectangle 9"/>
            <p:cNvSpPr>
              <a:spLocks noChangeArrowheads="1"/>
            </p:cNvSpPr>
            <p:nvPr/>
          </p:nvSpPr>
          <p:spPr bwMode="auto">
            <a:xfrm>
              <a:off x="5541" y="5386"/>
              <a:ext cx="1320" cy="4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2700" tIns="12700" rIns="12700" bIns="127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o-RO" sz="2000">
                  <a:latin typeface="Courier New" panose="02070309020205020404" pitchFamily="49" charset="0"/>
                </a:rPr>
                <a:t>referinta</a:t>
              </a:r>
            </a:p>
          </p:txBody>
        </p:sp>
        <p:sp>
          <p:nvSpPr>
            <p:cNvPr id="36874" name="Line 10"/>
            <p:cNvSpPr>
              <a:spLocks noChangeShapeType="1"/>
            </p:cNvSpPr>
            <p:nvPr/>
          </p:nvSpPr>
          <p:spPr bwMode="auto">
            <a:xfrm>
              <a:off x="4896" y="4340"/>
              <a:ext cx="1" cy="289"/>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6875" name="Line 11"/>
            <p:cNvSpPr>
              <a:spLocks noChangeShapeType="1"/>
            </p:cNvSpPr>
            <p:nvPr/>
          </p:nvSpPr>
          <p:spPr bwMode="auto">
            <a:xfrm>
              <a:off x="7200" y="4340"/>
              <a:ext cx="1" cy="289"/>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6876" name="Line 12"/>
            <p:cNvSpPr>
              <a:spLocks noChangeShapeType="1"/>
            </p:cNvSpPr>
            <p:nvPr/>
          </p:nvSpPr>
          <p:spPr bwMode="auto">
            <a:xfrm>
              <a:off x="5184" y="5098"/>
              <a:ext cx="577" cy="289"/>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6877" name="Line 13"/>
            <p:cNvSpPr>
              <a:spLocks noChangeShapeType="1"/>
            </p:cNvSpPr>
            <p:nvPr/>
          </p:nvSpPr>
          <p:spPr bwMode="auto">
            <a:xfrm flipH="1">
              <a:off x="6768" y="5098"/>
              <a:ext cx="289" cy="289"/>
            </a:xfrm>
            <a:prstGeom prst="line">
              <a:avLst/>
            </a:prstGeom>
            <a:noFill/>
            <a:ln w="9525">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ro-RO"/>
            </a:p>
          </p:txBody>
        </p:sp>
        <p:sp>
          <p:nvSpPr>
            <p:cNvPr id="36878" name="Text Box 14"/>
            <p:cNvSpPr txBox="1">
              <a:spLocks noChangeArrowheads="1"/>
            </p:cNvSpPr>
            <p:nvPr/>
          </p:nvSpPr>
          <p:spPr bwMode="auto">
            <a:xfrm>
              <a:off x="4461" y="4624"/>
              <a:ext cx="733"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ro-RO" sz="2000">
                  <a:latin typeface="Courier New" panose="02070309020205020404" pitchFamily="49" charset="0"/>
                </a:rPr>
                <a:t>date</a:t>
              </a:r>
              <a:endParaRPr lang="en-US" altLang="ro-RO" sz="2000"/>
            </a:p>
          </p:txBody>
        </p:sp>
        <p:sp>
          <p:nvSpPr>
            <p:cNvPr id="36879" name="Text Box 15"/>
            <p:cNvSpPr txBox="1">
              <a:spLocks noChangeArrowheads="1"/>
            </p:cNvSpPr>
            <p:nvPr/>
          </p:nvSpPr>
          <p:spPr bwMode="auto">
            <a:xfrm>
              <a:off x="6501" y="4624"/>
              <a:ext cx="1718"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ro-RO" sz="2000">
                  <a:latin typeface="Courier New" panose="02070309020205020404" pitchFamily="49" charset="0"/>
                </a:rPr>
                <a:t>date(copie)</a:t>
              </a:r>
              <a:endParaRPr lang="en-US" altLang="ro-RO" sz="2000"/>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68313" y="198438"/>
            <a:ext cx="9072562" cy="1512887"/>
          </a:xfrm>
        </p:spPr>
        <p:txBody>
          <a:bodyPr/>
          <a:lstStyle/>
          <a:p>
            <a:pPr eaLnBrk="1" hangingPunct="1"/>
            <a:r>
              <a:rPr lang="it-IT" altLang="ro-RO" sz="3200" smtClean="0"/>
              <a:t>Folosirea serializarii pentru copierea obiectelor</a:t>
            </a:r>
            <a:endParaRPr lang="en-US" altLang="ro-RO" sz="3200" smtClean="0"/>
          </a:p>
        </p:txBody>
      </p:sp>
      <p:sp>
        <p:nvSpPr>
          <p:cNvPr id="38915" name="Rectangle 3"/>
          <p:cNvSpPr>
            <a:spLocks noGrp="1" noChangeArrowheads="1"/>
          </p:cNvSpPr>
          <p:nvPr>
            <p:ph type="body" idx="1"/>
          </p:nvPr>
        </p:nvSpPr>
        <p:spPr>
          <a:xfrm>
            <a:off x="392113" y="1341438"/>
            <a:ext cx="9072562" cy="4283075"/>
          </a:xfrm>
        </p:spPr>
        <p:txBody>
          <a:bodyPr/>
          <a:lstStyle/>
          <a:p>
            <a:pPr eaLnBrk="1" hangingPunct="1">
              <a:lnSpc>
                <a:spcPct val="80000"/>
              </a:lnSpc>
            </a:pPr>
            <a:r>
              <a:rPr lang="en-GB" altLang="ro-RO" sz="1800" smtClean="0"/>
              <a:t>Conversia la clasa MyObject este necesara deoarece metoda clone() returneaza un obiect de tip Object. Deficienta acestei metode este ca nu functioneaza corect decât atunci când clasa clonata nu are câmpuri referinta catre alte obiecte, obiectele referite nemaifiind copiate la rândul lor.</a:t>
            </a:r>
          </a:p>
          <a:p>
            <a:pPr eaLnBrk="1" hangingPunct="1">
              <a:lnSpc>
                <a:spcPct val="80000"/>
              </a:lnSpc>
            </a:pPr>
            <a:r>
              <a:rPr lang="en-GB" altLang="ro-RO" sz="1800" smtClean="0"/>
              <a:t>O metoda clone() care sa realizeze o copie efectiva a unui obiect, împreuna cu copierea tuturor obiectelor referite de câmpurile acelui obiect poate fi implementata prin mecanismul serializarii astfel :</a:t>
            </a:r>
          </a:p>
          <a:p>
            <a:pPr eaLnBrk="1" hangingPunct="1">
              <a:lnSpc>
                <a:spcPct val="80000"/>
              </a:lnSpc>
            </a:pPr>
            <a:r>
              <a:rPr lang="en-GB" altLang="ro-RO" sz="1800" smtClean="0"/>
              <a:t>public Object clone() {</a:t>
            </a:r>
          </a:p>
          <a:p>
            <a:pPr eaLnBrk="1" hangingPunct="1">
              <a:lnSpc>
                <a:spcPct val="80000"/>
              </a:lnSpc>
            </a:pPr>
            <a:r>
              <a:rPr lang="en-GB" altLang="ro-RO" sz="1800" smtClean="0"/>
              <a:t>try {</a:t>
            </a:r>
          </a:p>
          <a:p>
            <a:pPr eaLnBrk="1" hangingPunct="1">
              <a:lnSpc>
                <a:spcPct val="80000"/>
              </a:lnSpc>
            </a:pPr>
            <a:r>
              <a:rPr lang="en-GB" altLang="ro-RO" sz="1800" smtClean="0"/>
              <a:t>	ByteArrayOutputStream bout = new ByteArrayOutputStream();</a:t>
            </a:r>
          </a:p>
          <a:p>
            <a:pPr eaLnBrk="1" hangingPunct="1">
              <a:lnSpc>
                <a:spcPct val="80000"/>
              </a:lnSpc>
            </a:pPr>
            <a:r>
              <a:rPr lang="en-GB" altLang="ro-RO" sz="1800" smtClean="0"/>
              <a:t>	ObjectOutputStream out = new ObjectOutputStream(bout);</a:t>
            </a:r>
          </a:p>
          <a:p>
            <a:pPr eaLnBrk="1" hangingPunct="1">
              <a:lnSpc>
                <a:spcPct val="80000"/>
              </a:lnSpc>
            </a:pPr>
            <a:r>
              <a:rPr lang="en-GB" altLang="ro-RO" sz="1800" smtClean="0"/>
              <a:t>	out.writeObject(this);</a:t>
            </a:r>
          </a:p>
          <a:p>
            <a:pPr eaLnBrk="1" hangingPunct="1">
              <a:lnSpc>
                <a:spcPct val="80000"/>
              </a:lnSpc>
            </a:pPr>
            <a:r>
              <a:rPr lang="en-GB" altLang="ro-RO" sz="1800" smtClean="0"/>
              <a:t>	out.close();</a:t>
            </a:r>
          </a:p>
          <a:p>
            <a:pPr eaLnBrk="1" hangingPunct="1">
              <a:lnSpc>
                <a:spcPct val="80000"/>
              </a:lnSpc>
            </a:pPr>
            <a:r>
              <a:rPr lang="en-GB" altLang="ro-RO" sz="1800" smtClean="0"/>
              <a:t>	ByteArrayInputStream bin = new ByteArrayInputStream();</a:t>
            </a:r>
          </a:p>
          <a:p>
            <a:pPr eaLnBrk="1" hangingPunct="1">
              <a:lnSpc>
                <a:spcPct val="80000"/>
              </a:lnSpc>
            </a:pPr>
            <a:r>
              <a:rPr lang="en-GB" altLang="ro-RO" sz="1800" smtClean="0"/>
              <a:t>	ObjectInputStream in = new ObjectInputStream(bin);</a:t>
            </a:r>
          </a:p>
          <a:p>
            <a:pPr eaLnBrk="1" hangingPunct="1">
              <a:lnSpc>
                <a:spcPct val="80000"/>
              </a:lnSpc>
            </a:pPr>
            <a:r>
              <a:rPr lang="en-GB" altLang="ro-RO" sz="1800" smtClean="0"/>
              <a:t>	Object ret = in.readObject();</a:t>
            </a:r>
          </a:p>
          <a:p>
            <a:pPr eaLnBrk="1" hangingPunct="1">
              <a:lnSpc>
                <a:spcPct val="80000"/>
              </a:lnSpc>
            </a:pPr>
            <a:r>
              <a:rPr lang="en-GB" altLang="ro-RO" sz="1800" smtClean="0"/>
              <a:t>	in.close();</a:t>
            </a:r>
          </a:p>
          <a:p>
            <a:pPr eaLnBrk="1" hangingPunct="1">
              <a:lnSpc>
                <a:spcPct val="80000"/>
              </a:lnSpc>
            </a:pPr>
            <a:r>
              <a:rPr lang="en-GB" altLang="ro-RO" sz="1800" smtClean="0"/>
              <a:t>	return ret;</a:t>
            </a:r>
          </a:p>
          <a:p>
            <a:pPr eaLnBrk="1" hangingPunct="1">
              <a:lnSpc>
                <a:spcPct val="80000"/>
              </a:lnSpc>
            </a:pPr>
            <a:r>
              <a:rPr lang="en-GB" altLang="ro-RO" sz="1800" smtClean="0"/>
              <a:t>}</a:t>
            </a:r>
          </a:p>
          <a:p>
            <a:pPr eaLnBrk="1" hangingPunct="1">
              <a:lnSpc>
                <a:spcPct val="80000"/>
              </a:lnSpc>
            </a:pPr>
            <a:r>
              <a:rPr lang="en-GB" altLang="ro-RO" sz="1800" smtClean="0"/>
              <a:t>catch (Exception e) { System.out.println(e); </a:t>
            </a:r>
          </a:p>
          <a:p>
            <a:pPr eaLnBrk="1" hangingPunct="1">
              <a:lnSpc>
                <a:spcPct val="80000"/>
              </a:lnSpc>
            </a:pPr>
            <a:r>
              <a:rPr lang="en-GB" altLang="ro-RO" sz="1800" smtClean="0"/>
              <a:t>return null;</a:t>
            </a:r>
          </a:p>
          <a:p>
            <a:pPr eaLnBrk="1" hangingPunct="1">
              <a:lnSpc>
                <a:spcPct val="80000"/>
              </a:lnSpc>
            </a:pPr>
            <a:r>
              <a:rPr lang="en-GB" altLang="ro-RO" sz="1800" smtClean="0"/>
              <a:t>	}</a:t>
            </a:r>
          </a:p>
          <a:p>
            <a:pPr eaLnBrk="1" hangingPunct="1">
              <a:lnSpc>
                <a:spcPct val="80000"/>
              </a:lnSpc>
            </a:pPr>
            <a:r>
              <a:rPr lang="en-GB" altLang="ro-RO" sz="1800" smtClean="0"/>
              <a:t>}</a:t>
            </a:r>
            <a:endParaRPr lang="en-US" altLang="ro-RO" sz="180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04825" y="503238"/>
            <a:ext cx="9074150" cy="1516062"/>
          </a:xfrm>
        </p:spPr>
        <p:txBody>
          <a:bodyPr lIns="0" tIns="0" rIns="0" bIns="0"/>
          <a:lstStyle/>
          <a:p>
            <a:pPr defTabSz="449263" eaLnBrk="1" hangingPunct="1">
              <a:tabLst>
                <a:tab pos="723900" algn="l"/>
                <a:tab pos="1447800" algn="l"/>
                <a:tab pos="2171700" algn="l"/>
                <a:tab pos="2895600" algn="l"/>
                <a:tab pos="3619500" algn="l"/>
                <a:tab pos="4343400" algn="l"/>
                <a:tab pos="5065713" algn="l"/>
                <a:tab pos="5791200" algn="l"/>
                <a:tab pos="6515100" algn="l"/>
                <a:tab pos="7237413" algn="l"/>
                <a:tab pos="7961313" algn="l"/>
                <a:tab pos="8686800" algn="l"/>
              </a:tabLst>
            </a:pPr>
            <a:r>
              <a:rPr lang="en-GB" altLang="ro-RO" smtClean="0"/>
              <a:t>Cuprins</a:t>
            </a:r>
          </a:p>
        </p:txBody>
      </p:sp>
      <p:sp>
        <p:nvSpPr>
          <p:cNvPr id="40963" name="Rectangle 3"/>
          <p:cNvSpPr>
            <a:spLocks noGrp="1" noChangeArrowheads="1"/>
          </p:cNvSpPr>
          <p:nvPr>
            <p:ph type="body" idx="1"/>
          </p:nvPr>
        </p:nvSpPr>
        <p:spPr>
          <a:xfrm>
            <a:off x="504825" y="2184400"/>
            <a:ext cx="9074150" cy="4286250"/>
          </a:xfrm>
        </p:spPr>
        <p:txBody>
          <a:bodyPr lIns="0" tIns="0" rIns="0" bIns="0"/>
          <a:lstStyle/>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solidFill>
                  <a:srgbClr val="FF0000"/>
                </a:solidFill>
              </a:rPr>
              <a:t>	</a:t>
            </a:r>
            <a:r>
              <a:rPr lang="en-GB" altLang="ro-RO" sz="2800" b="1" smtClean="0"/>
              <a:t>Notiuni de programare orientata obiect</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Organizarea claselor in pachete. Clase fundamentale</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Mostenirea claselor</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Clase abstracte si interfete</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Polimorfismul</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Tratarea erorilor</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Lucrul cu fisiere</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solidFill>
                  <a:srgbClr val="FF0000"/>
                </a:solidFill>
              </a:rPr>
              <a:t>Colectii de obiecte</a:t>
            </a:r>
          </a:p>
          <a:p>
            <a:pPr marL="433388" indent="-323850" defTabSz="449263" eaLnBrk="1" hangingPunct="1">
              <a:buSzPct val="100000"/>
              <a:buFont typeface="StarSymbol" charset="0"/>
              <a:buAutoNum type="romanUcPeriod"/>
              <a:tabLst>
                <a:tab pos="723900" algn="l"/>
                <a:tab pos="1447800" algn="l"/>
                <a:tab pos="2171700" algn="l"/>
                <a:tab pos="2895600" algn="l"/>
                <a:tab pos="3619500" algn="l"/>
                <a:tab pos="4343400" algn="l"/>
                <a:tab pos="5065713" algn="l"/>
                <a:tab pos="5791200" algn="l"/>
                <a:tab pos="6515100" algn="l"/>
                <a:tab pos="7237413" algn="l"/>
                <a:tab pos="7961313" algn="l"/>
                <a:tab pos="8686800" algn="l"/>
                <a:tab pos="9409113" algn="l"/>
              </a:tabLst>
            </a:pPr>
            <a:r>
              <a:rPr lang="en-GB" altLang="ro-RO" sz="2800" b="1" smtClean="0"/>
              <a:t>	Interfete grafice folosind AWT. Applet-uri</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ro-RO" smtClean="0"/>
              <a:t>Colectii : Cuprins</a:t>
            </a:r>
          </a:p>
        </p:txBody>
      </p:sp>
      <p:sp>
        <p:nvSpPr>
          <p:cNvPr id="43011" name="Rectangle 3"/>
          <p:cNvSpPr>
            <a:spLocks noGrp="1" noChangeArrowheads="1"/>
          </p:cNvSpPr>
          <p:nvPr>
            <p:ph type="body" idx="1"/>
          </p:nvPr>
        </p:nvSpPr>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Ce sunt colectiile</a:t>
            </a:r>
          </a:p>
          <a:p>
            <a:pPr marL="717550" indent="-609600" defTabSz="449263" eaLnBrk="1" hangingPunct="1">
              <a:buSzPct val="112000"/>
              <a:buFont typeface="StarSymbol" charset="0"/>
              <a:buAutoNum type="arabicPeriod"/>
            </a:pPr>
            <a:r>
              <a:rPr lang="en-GB" altLang="ro-RO" sz="2800" b="1" smtClean="0"/>
              <a:t> Tehnologii folosite de colectii</a:t>
            </a:r>
          </a:p>
          <a:p>
            <a:pPr marL="717550" indent="-609600" defTabSz="449263" eaLnBrk="1" hangingPunct="1">
              <a:buSzPct val="112000"/>
              <a:buFont typeface="StarSymbol" charset="0"/>
              <a:buAutoNum type="arabicPeriod"/>
            </a:pPr>
            <a:r>
              <a:rPr lang="en-GB" altLang="ro-RO" sz="2800" b="1" smtClean="0"/>
              <a:t> Proprietati ale colectiilor</a:t>
            </a:r>
          </a:p>
          <a:p>
            <a:pPr marL="717550" indent="-609600" defTabSz="449263" eaLnBrk="1" hangingPunct="1">
              <a:buSzPct val="112000"/>
              <a:buFont typeface="StarSymbol" charset="0"/>
              <a:buAutoNum type="arabicPeriod"/>
            </a:pPr>
            <a:r>
              <a:rPr lang="en-GB" altLang="ro-RO" sz="2800" b="1" smtClean="0"/>
              <a:t> Interfete ale colectiilor</a:t>
            </a:r>
          </a:p>
          <a:p>
            <a:pPr marL="717550" indent="-609600" defTabSz="449263" eaLnBrk="1" hangingPunct="1">
              <a:buSzPct val="112000"/>
              <a:buFont typeface="StarSymbol" charset="0"/>
              <a:buAutoNum type="arabicPeriod"/>
            </a:pPr>
            <a:r>
              <a:rPr lang="en-GB" altLang="ro-RO" sz="2800" b="1" smtClean="0"/>
              <a:t> 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ro-RO" smtClean="0"/>
              <a:t>Ce sunt colectiile</a:t>
            </a:r>
          </a:p>
        </p:txBody>
      </p:sp>
      <p:sp>
        <p:nvSpPr>
          <p:cNvPr id="45059" name="Rectangle 3"/>
          <p:cNvSpPr>
            <a:spLocks noGrp="1" noChangeArrowheads="1"/>
          </p:cNvSpPr>
          <p:nvPr>
            <p:ph type="body" idx="1"/>
          </p:nvPr>
        </p:nvSpPr>
        <p:spPr/>
        <p:txBody>
          <a:bodyPr/>
          <a:lstStyle/>
          <a:p>
            <a:pPr eaLnBrk="1" hangingPunct="1">
              <a:lnSpc>
                <a:spcPct val="83000"/>
              </a:lnSpc>
            </a:pPr>
            <a:r>
              <a:rPr lang="en-US" altLang="ro-RO" sz="2800" smtClean="0"/>
              <a:t>Colectiile se aseamana cu tablourile (array) in sensul ca un singur obiect este folosit pentru a reprezenta un </a:t>
            </a:r>
            <a:r>
              <a:rPr lang="en-US" altLang="ro-RO" sz="2800" b="1" smtClean="0"/>
              <a:t>grup</a:t>
            </a:r>
            <a:r>
              <a:rPr lang="en-US" altLang="ro-RO" sz="2800" smtClean="0"/>
              <a:t> de obiecte</a:t>
            </a:r>
          </a:p>
          <a:p>
            <a:pPr eaLnBrk="1" hangingPunct="1">
              <a:lnSpc>
                <a:spcPct val="83000"/>
              </a:lnSpc>
            </a:pPr>
            <a:endParaRPr lang="en-US" altLang="ro-RO" sz="2800" smtClean="0"/>
          </a:p>
          <a:p>
            <a:pPr eaLnBrk="1" hangingPunct="1">
              <a:lnSpc>
                <a:spcPct val="83000"/>
              </a:lnSpc>
            </a:pPr>
            <a:r>
              <a:rPr lang="en-US" altLang="ro-RO" sz="2800" smtClean="0"/>
              <a:t>Colectiile sunt mult mai </a:t>
            </a:r>
            <a:r>
              <a:rPr lang="en-US" altLang="ro-RO" sz="2800" b="1" smtClean="0"/>
              <a:t>flexibile</a:t>
            </a:r>
            <a:r>
              <a:rPr lang="en-US" altLang="ro-RO" sz="2800" smtClean="0"/>
              <a:t> decat tablourile, ele pot creste dinamic, pot sorta obiectele, iar unele operatii sunt mai rapide</a:t>
            </a:r>
          </a:p>
          <a:p>
            <a:pPr eaLnBrk="1" hangingPunct="1">
              <a:lnSpc>
                <a:spcPct val="83000"/>
              </a:lnSpc>
            </a:pPr>
            <a:endParaRPr lang="en-US" altLang="ro-RO" sz="2800" smtClean="0"/>
          </a:p>
          <a:p>
            <a:pPr eaLnBrk="1" hangingPunct="1">
              <a:lnSpc>
                <a:spcPct val="83000"/>
              </a:lnSpc>
            </a:pPr>
            <a:r>
              <a:rPr lang="en-US" altLang="ro-RO" sz="2800" smtClean="0"/>
              <a:t>Nu exista colectii de tipuri primitive ci doar </a:t>
            </a:r>
            <a:r>
              <a:rPr lang="en-US" altLang="ro-RO" sz="2800" b="1" smtClean="0"/>
              <a:t>colectii de obiecte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ro-RO" smtClean="0"/>
              <a:t>Colectii : Cuprins</a:t>
            </a:r>
          </a:p>
        </p:txBody>
      </p:sp>
      <p:sp>
        <p:nvSpPr>
          <p:cNvPr id="47107" name="Rectangle 3"/>
          <p:cNvSpPr>
            <a:spLocks noGrp="1" noChangeArrowheads="1"/>
          </p:cNvSpPr>
          <p:nvPr>
            <p:ph type="body" idx="1"/>
          </p:nvPr>
        </p:nvSpPr>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a:t>
            </a:r>
            <a:r>
              <a:rPr lang="en-GB" altLang="ro-RO" sz="2800" b="1" smtClean="0"/>
              <a:t>Ce sunt colectiile</a:t>
            </a:r>
          </a:p>
          <a:p>
            <a:pPr marL="717550" indent="-609600" defTabSz="449263" eaLnBrk="1" hangingPunct="1">
              <a:buSzPct val="112000"/>
              <a:buFont typeface="StarSymbol" charset="0"/>
              <a:buAutoNum type="arabicPeriod"/>
            </a:pPr>
            <a:r>
              <a:rPr lang="en-GB" altLang="ro-RO" sz="2800" b="1" smtClean="0"/>
              <a:t> </a:t>
            </a:r>
            <a:r>
              <a:rPr lang="en-GB" altLang="ro-RO" sz="2800" b="1" smtClean="0">
                <a:solidFill>
                  <a:srgbClr val="FF0000"/>
                </a:solidFill>
              </a:rPr>
              <a:t>Tehnologii folosite de colectii</a:t>
            </a:r>
          </a:p>
          <a:p>
            <a:pPr marL="717550" indent="-609600" defTabSz="449263" eaLnBrk="1" hangingPunct="1">
              <a:buSzPct val="112000"/>
              <a:buFont typeface="StarSymbol" charset="0"/>
              <a:buAutoNum type="arabicPeriod"/>
            </a:pPr>
            <a:r>
              <a:rPr lang="en-GB" altLang="ro-RO" sz="2800" b="1" smtClean="0"/>
              <a:t> Proprietati ale colectiilor</a:t>
            </a:r>
          </a:p>
          <a:p>
            <a:pPr marL="717550" indent="-609600" defTabSz="449263" eaLnBrk="1" hangingPunct="1">
              <a:buSzPct val="112000"/>
              <a:buFont typeface="StarSymbol" charset="0"/>
              <a:buAutoNum type="arabicPeriod"/>
            </a:pPr>
            <a:r>
              <a:rPr lang="en-GB" altLang="ro-RO" sz="2800" b="1" smtClean="0"/>
              <a:t> Interfete ale colectiilor</a:t>
            </a:r>
          </a:p>
          <a:p>
            <a:pPr marL="717550" indent="-609600" defTabSz="449263" eaLnBrk="1" hangingPunct="1">
              <a:buSzPct val="112000"/>
              <a:buFont typeface="StarSymbol" charset="0"/>
              <a:buAutoNum type="arabicPeriod"/>
            </a:pPr>
            <a:r>
              <a:rPr lang="en-GB" altLang="ro-RO" sz="2800" b="1" smtClean="0"/>
              <a:t> 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ro-RO" smtClean="0"/>
              <a:t>Tehnologii de stocare</a:t>
            </a:r>
          </a:p>
        </p:txBody>
      </p:sp>
      <p:sp>
        <p:nvSpPr>
          <p:cNvPr id="49155" name="Rectangle 3"/>
          <p:cNvSpPr>
            <a:spLocks noGrp="1" noChangeArrowheads="1"/>
          </p:cNvSpPr>
          <p:nvPr>
            <p:ph type="body" idx="1"/>
          </p:nvPr>
        </p:nvSpPr>
        <p:spPr/>
        <p:txBody>
          <a:bodyPr/>
          <a:lstStyle/>
          <a:p>
            <a:pPr eaLnBrk="1" hangingPunct="1">
              <a:lnSpc>
                <a:spcPct val="83000"/>
              </a:lnSpc>
            </a:pPr>
            <a:r>
              <a:rPr lang="en-US" altLang="ro-RO" sz="2800" smtClean="0"/>
              <a:t>Exista patru tehnologii folosite pentru stocarea obiectelor in memorie:</a:t>
            </a:r>
          </a:p>
          <a:p>
            <a:pPr lvl="1" eaLnBrk="1" hangingPunct="1">
              <a:lnSpc>
                <a:spcPct val="83000"/>
              </a:lnSpc>
            </a:pPr>
            <a:r>
              <a:rPr lang="en-US" altLang="ro-RO" sz="2800" b="1" smtClean="0"/>
              <a:t>Tablouri</a:t>
            </a:r>
            <a:r>
              <a:rPr lang="en-US" altLang="ro-RO" sz="2800" smtClean="0"/>
              <a:t> (array)</a:t>
            </a:r>
          </a:p>
          <a:p>
            <a:pPr lvl="1" eaLnBrk="1" hangingPunct="1">
              <a:lnSpc>
                <a:spcPct val="83000"/>
              </a:lnSpc>
            </a:pPr>
            <a:r>
              <a:rPr lang="en-US" altLang="ro-RO" sz="2800" b="1" smtClean="0"/>
              <a:t>Liste inlantuite</a:t>
            </a:r>
            <a:r>
              <a:rPr lang="en-US" altLang="ro-RO" sz="2800" smtClean="0"/>
              <a:t> (linked-lists)</a:t>
            </a:r>
          </a:p>
          <a:p>
            <a:pPr lvl="1" eaLnBrk="1" hangingPunct="1">
              <a:lnSpc>
                <a:spcPct val="83000"/>
              </a:lnSpc>
            </a:pPr>
            <a:r>
              <a:rPr lang="en-US" altLang="ro-RO" sz="2800" b="1" smtClean="0"/>
              <a:t>Arbori</a:t>
            </a:r>
            <a:r>
              <a:rPr lang="en-US" altLang="ro-RO" sz="2800" smtClean="0"/>
              <a:t> (tree)</a:t>
            </a:r>
          </a:p>
          <a:p>
            <a:pPr lvl="1" eaLnBrk="1" hangingPunct="1">
              <a:lnSpc>
                <a:spcPct val="83000"/>
              </a:lnSpc>
            </a:pPr>
            <a:r>
              <a:rPr lang="en-US" altLang="ro-RO" sz="2800" b="1" smtClean="0"/>
              <a:t>Tabele de hashing</a:t>
            </a:r>
            <a:r>
              <a:rPr lang="en-US" altLang="ro-RO" sz="2800" smtClean="0"/>
              <a:t> (hash table)</a:t>
            </a:r>
          </a:p>
          <a:p>
            <a:pPr lvl="1" eaLnBrk="1" hangingPunct="1">
              <a:lnSpc>
                <a:spcPct val="83000"/>
              </a:lnSpc>
            </a:pPr>
            <a:endParaRPr lang="en-US" altLang="ro-RO" sz="2800" smtClean="0"/>
          </a:p>
          <a:p>
            <a:pPr eaLnBrk="1" hangingPunct="1">
              <a:lnSpc>
                <a:spcPct val="83000"/>
              </a:lnSpc>
            </a:pPr>
            <a:r>
              <a:rPr lang="en-US" altLang="ro-RO" sz="2800" smtClean="0"/>
              <a:t>Indiferent ce tehnologie se foloseste, operatiile pentru colectiile de obiecte sunt aceleasi, ele pot fi doar mai performante in functie de tehnologia de stocare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ro-RO" smtClean="0"/>
              <a:t>Tablouri</a:t>
            </a:r>
          </a:p>
        </p:txBody>
      </p:sp>
      <p:sp>
        <p:nvSpPr>
          <p:cNvPr id="51203" name="Rectangle 3"/>
          <p:cNvSpPr>
            <a:spLocks noGrp="1" noChangeArrowheads="1"/>
          </p:cNvSpPr>
          <p:nvPr>
            <p:ph type="body" idx="1"/>
          </p:nvPr>
        </p:nvSpPr>
        <p:spPr>
          <a:xfrm>
            <a:off x="544513" y="1951038"/>
            <a:ext cx="9072562" cy="4283075"/>
          </a:xfrm>
        </p:spPr>
        <p:txBody>
          <a:bodyPr/>
          <a:lstStyle/>
          <a:p>
            <a:pPr eaLnBrk="1" hangingPunct="1"/>
            <a:r>
              <a:rPr lang="en-US" altLang="ro-RO" sz="3200" b="1" smtClean="0"/>
              <a:t>Tablouri (array)</a:t>
            </a:r>
            <a:endParaRPr lang="en-US" altLang="ro-RO" sz="3200" smtClean="0"/>
          </a:p>
          <a:p>
            <a:pPr lvl="1" eaLnBrk="1" hangingPunct="1"/>
            <a:r>
              <a:rPr lang="en-US" altLang="ro-RO" sz="3200" smtClean="0"/>
              <a:t>Elementele sunt ordonate si pot exista duplicate</a:t>
            </a:r>
          </a:p>
          <a:p>
            <a:pPr lvl="1" eaLnBrk="1" hangingPunct="1"/>
            <a:r>
              <a:rPr lang="en-US" altLang="ro-RO" sz="3200" smtClean="0"/>
              <a:t>Dimensiunea tabloului este fixa</a:t>
            </a:r>
          </a:p>
          <a:p>
            <a:pPr lvl="1" eaLnBrk="1" hangingPunct="1"/>
            <a:r>
              <a:rPr lang="en-US" altLang="ro-RO" sz="3200" smtClean="0"/>
              <a:t>Este performant la accesarea datelor</a:t>
            </a:r>
          </a:p>
          <a:p>
            <a:pPr lvl="1" eaLnBrk="1" hangingPunct="1"/>
            <a:r>
              <a:rPr lang="en-US" altLang="ro-RO" sz="3200" smtClean="0"/>
              <a:t>Este incet la adaugarea si stergerea obiectelor</a:t>
            </a:r>
            <a:endParaRPr lang="en-US" altLang="ro-RO" sz="3200" b="1" smtClean="0">
              <a:latin typeface="Courier New" panose="02070309020205020404" pitchFamily="49" charset="0"/>
            </a:endParaRPr>
          </a:p>
        </p:txBody>
      </p:sp>
      <p:sp>
        <p:nvSpPr>
          <p:cNvPr id="51204" name="Rectangle 4"/>
          <p:cNvSpPr>
            <a:spLocks noChangeArrowheads="1"/>
          </p:cNvSpPr>
          <p:nvPr/>
        </p:nvSpPr>
        <p:spPr bwMode="auto">
          <a:xfrm>
            <a:off x="1230313" y="5913438"/>
            <a:ext cx="7543800" cy="685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1205" name="Line 5"/>
          <p:cNvSpPr>
            <a:spLocks noChangeShapeType="1"/>
          </p:cNvSpPr>
          <p:nvPr/>
        </p:nvSpPr>
        <p:spPr bwMode="auto">
          <a:xfrm>
            <a:off x="1992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06" name="Line 6"/>
          <p:cNvSpPr>
            <a:spLocks noChangeShapeType="1"/>
          </p:cNvSpPr>
          <p:nvPr/>
        </p:nvSpPr>
        <p:spPr bwMode="auto">
          <a:xfrm>
            <a:off x="2754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07" name="Line 7"/>
          <p:cNvSpPr>
            <a:spLocks noChangeShapeType="1"/>
          </p:cNvSpPr>
          <p:nvPr/>
        </p:nvSpPr>
        <p:spPr bwMode="auto">
          <a:xfrm>
            <a:off x="3516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08" name="Line 8"/>
          <p:cNvSpPr>
            <a:spLocks noChangeShapeType="1"/>
          </p:cNvSpPr>
          <p:nvPr/>
        </p:nvSpPr>
        <p:spPr bwMode="auto">
          <a:xfrm>
            <a:off x="4278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09" name="Line 9"/>
          <p:cNvSpPr>
            <a:spLocks noChangeShapeType="1"/>
          </p:cNvSpPr>
          <p:nvPr/>
        </p:nvSpPr>
        <p:spPr bwMode="auto">
          <a:xfrm>
            <a:off x="5040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10" name="Line 10"/>
          <p:cNvSpPr>
            <a:spLocks noChangeShapeType="1"/>
          </p:cNvSpPr>
          <p:nvPr/>
        </p:nvSpPr>
        <p:spPr bwMode="auto">
          <a:xfrm>
            <a:off x="5802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11" name="Line 11"/>
          <p:cNvSpPr>
            <a:spLocks noChangeShapeType="1"/>
          </p:cNvSpPr>
          <p:nvPr/>
        </p:nvSpPr>
        <p:spPr bwMode="auto">
          <a:xfrm>
            <a:off x="6564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12" name="Line 12"/>
          <p:cNvSpPr>
            <a:spLocks noChangeShapeType="1"/>
          </p:cNvSpPr>
          <p:nvPr/>
        </p:nvSpPr>
        <p:spPr bwMode="auto">
          <a:xfrm>
            <a:off x="7326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1213" name="Line 13"/>
          <p:cNvSpPr>
            <a:spLocks noChangeShapeType="1"/>
          </p:cNvSpPr>
          <p:nvPr/>
        </p:nvSpPr>
        <p:spPr bwMode="auto">
          <a:xfrm>
            <a:off x="8088313" y="59134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ro-RO" smtClean="0"/>
              <a:t>Liste</a:t>
            </a:r>
          </a:p>
        </p:txBody>
      </p:sp>
      <p:sp>
        <p:nvSpPr>
          <p:cNvPr id="53251" name="Rectangle 3"/>
          <p:cNvSpPr>
            <a:spLocks noGrp="1" noChangeArrowheads="1"/>
          </p:cNvSpPr>
          <p:nvPr>
            <p:ph type="body" idx="1"/>
          </p:nvPr>
        </p:nvSpPr>
        <p:spPr/>
        <p:txBody>
          <a:bodyPr/>
          <a:lstStyle/>
          <a:p>
            <a:pPr eaLnBrk="1" hangingPunct="1"/>
            <a:r>
              <a:rPr lang="en-US" altLang="ro-RO" sz="2800" b="1" smtClean="0"/>
              <a:t>Liste inlantuite (linked-lists)</a:t>
            </a:r>
            <a:endParaRPr lang="en-US" altLang="ro-RO" sz="2800" smtClean="0"/>
          </a:p>
          <a:p>
            <a:pPr lvl="1" eaLnBrk="1" hangingPunct="1"/>
            <a:r>
              <a:rPr lang="en-US" altLang="ro-RO" sz="2800" smtClean="0"/>
              <a:t>Elementele sunt ordonate si pot exista duplicate</a:t>
            </a:r>
          </a:p>
          <a:p>
            <a:pPr lvl="1" eaLnBrk="1" hangingPunct="1"/>
            <a:r>
              <a:rPr lang="en-US" altLang="ro-RO" sz="2800" smtClean="0"/>
              <a:t>Dimensiunea este variabila</a:t>
            </a:r>
          </a:p>
          <a:p>
            <a:pPr lvl="1" eaLnBrk="1" hangingPunct="1"/>
            <a:r>
              <a:rPr lang="en-US" altLang="ro-RO" sz="2800" smtClean="0"/>
              <a:t>Este incet la accesarea datelor</a:t>
            </a:r>
          </a:p>
          <a:p>
            <a:pPr lvl="1" eaLnBrk="1" hangingPunct="1"/>
            <a:r>
              <a:rPr lang="en-US" altLang="ro-RO" sz="2800" smtClean="0"/>
              <a:t>Adaugarea si stergerea obiectelor este rapida</a:t>
            </a:r>
            <a:endParaRPr lang="en-US" altLang="ro-RO" sz="2800" b="1" smtClean="0">
              <a:latin typeface="Courier New" panose="02070309020205020404" pitchFamily="49" charset="0"/>
            </a:endParaRPr>
          </a:p>
        </p:txBody>
      </p:sp>
      <p:sp>
        <p:nvSpPr>
          <p:cNvPr id="53252" name="Rectangle 4"/>
          <p:cNvSpPr>
            <a:spLocks noChangeArrowheads="1"/>
          </p:cNvSpPr>
          <p:nvPr/>
        </p:nvSpPr>
        <p:spPr bwMode="auto">
          <a:xfrm>
            <a:off x="1154113" y="5608638"/>
            <a:ext cx="14478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3253" name="Rectangle 5"/>
          <p:cNvSpPr>
            <a:spLocks noChangeArrowheads="1"/>
          </p:cNvSpPr>
          <p:nvPr/>
        </p:nvSpPr>
        <p:spPr bwMode="auto">
          <a:xfrm>
            <a:off x="3287713" y="5608638"/>
            <a:ext cx="14478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3254" name="Rectangle 6"/>
          <p:cNvSpPr>
            <a:spLocks noChangeArrowheads="1"/>
          </p:cNvSpPr>
          <p:nvPr/>
        </p:nvSpPr>
        <p:spPr bwMode="auto">
          <a:xfrm>
            <a:off x="5421313" y="5608638"/>
            <a:ext cx="14478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3255" name="Rectangle 7"/>
          <p:cNvSpPr>
            <a:spLocks noChangeArrowheads="1"/>
          </p:cNvSpPr>
          <p:nvPr/>
        </p:nvSpPr>
        <p:spPr bwMode="auto">
          <a:xfrm>
            <a:off x="7554913" y="5608638"/>
            <a:ext cx="14478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3256" name="Line 8"/>
          <p:cNvSpPr>
            <a:spLocks noChangeShapeType="1"/>
          </p:cNvSpPr>
          <p:nvPr/>
        </p:nvSpPr>
        <p:spPr bwMode="auto">
          <a:xfrm>
            <a:off x="2601913" y="58372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3257" name="Line 9"/>
          <p:cNvSpPr>
            <a:spLocks noChangeShapeType="1"/>
          </p:cNvSpPr>
          <p:nvPr/>
        </p:nvSpPr>
        <p:spPr bwMode="auto">
          <a:xfrm flipH="1">
            <a:off x="2601913" y="63706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3258" name="Line 10"/>
          <p:cNvSpPr>
            <a:spLocks noChangeShapeType="1"/>
          </p:cNvSpPr>
          <p:nvPr/>
        </p:nvSpPr>
        <p:spPr bwMode="auto">
          <a:xfrm>
            <a:off x="4735513" y="58372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3259" name="Line 11"/>
          <p:cNvSpPr>
            <a:spLocks noChangeShapeType="1"/>
          </p:cNvSpPr>
          <p:nvPr/>
        </p:nvSpPr>
        <p:spPr bwMode="auto">
          <a:xfrm>
            <a:off x="6869113" y="58372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3260" name="Line 12"/>
          <p:cNvSpPr>
            <a:spLocks noChangeShapeType="1"/>
          </p:cNvSpPr>
          <p:nvPr/>
        </p:nvSpPr>
        <p:spPr bwMode="auto">
          <a:xfrm flipH="1">
            <a:off x="4735513" y="63706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3261" name="Line 13"/>
          <p:cNvSpPr>
            <a:spLocks noChangeShapeType="1"/>
          </p:cNvSpPr>
          <p:nvPr/>
        </p:nvSpPr>
        <p:spPr bwMode="auto">
          <a:xfrm flipH="1">
            <a:off x="6869113" y="6370638"/>
            <a:ext cx="6858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68313" y="274638"/>
            <a:ext cx="9072562" cy="1512887"/>
          </a:xfrm>
        </p:spPr>
        <p:txBody>
          <a:bodyPr/>
          <a:lstStyle/>
          <a:p>
            <a:pPr eaLnBrk="1" hangingPunct="1"/>
            <a:r>
              <a:rPr lang="en-US" altLang="ro-RO" smtClean="0"/>
              <a:t>Arbori</a:t>
            </a:r>
          </a:p>
        </p:txBody>
      </p:sp>
      <p:sp>
        <p:nvSpPr>
          <p:cNvPr id="55299" name="Rectangle 3"/>
          <p:cNvSpPr>
            <a:spLocks noGrp="1" noChangeArrowheads="1"/>
          </p:cNvSpPr>
          <p:nvPr>
            <p:ph type="body" idx="1"/>
          </p:nvPr>
        </p:nvSpPr>
        <p:spPr>
          <a:xfrm>
            <a:off x="392113" y="1341438"/>
            <a:ext cx="9072562" cy="4283075"/>
          </a:xfrm>
        </p:spPr>
        <p:txBody>
          <a:bodyPr/>
          <a:lstStyle/>
          <a:p>
            <a:pPr eaLnBrk="1" hangingPunct="1"/>
            <a:r>
              <a:rPr lang="en-US" altLang="ro-RO" sz="2800" b="1" smtClean="0"/>
              <a:t>Arbori (tree)</a:t>
            </a:r>
            <a:endParaRPr lang="en-US" altLang="ro-RO" sz="2800" smtClean="0"/>
          </a:p>
          <a:p>
            <a:pPr lvl="1" eaLnBrk="1" hangingPunct="1"/>
            <a:r>
              <a:rPr lang="en-US" altLang="ro-RO" sz="2800" smtClean="0"/>
              <a:t>Este o structura neliniara</a:t>
            </a:r>
          </a:p>
          <a:p>
            <a:pPr lvl="1" eaLnBrk="1" hangingPunct="1"/>
            <a:r>
              <a:rPr lang="en-US" altLang="ro-RO" sz="2800" smtClean="0"/>
              <a:t>Datele sunt </a:t>
            </a:r>
            <a:r>
              <a:rPr lang="en-US" altLang="ro-RO" sz="2800" b="1" smtClean="0"/>
              <a:t>sortate</a:t>
            </a:r>
            <a:r>
              <a:rPr lang="en-US" altLang="ro-RO" sz="2800" smtClean="0"/>
              <a:t> si nu exista duplicate</a:t>
            </a:r>
          </a:p>
          <a:p>
            <a:pPr lvl="1" eaLnBrk="1" hangingPunct="1"/>
            <a:r>
              <a:rPr lang="en-US" altLang="ro-RO" sz="2800" smtClean="0"/>
              <a:t>Dimensiunea este variabila</a:t>
            </a:r>
            <a:endParaRPr lang="en-US" altLang="ro-RO" sz="2800" b="1" smtClean="0">
              <a:latin typeface="Courier New" panose="02070309020205020404" pitchFamily="49" charset="0"/>
            </a:endParaRPr>
          </a:p>
        </p:txBody>
      </p:sp>
      <p:sp>
        <p:nvSpPr>
          <p:cNvPr id="55300" name="Rectangle 4"/>
          <p:cNvSpPr>
            <a:spLocks noChangeArrowheads="1"/>
          </p:cNvSpPr>
          <p:nvPr/>
        </p:nvSpPr>
        <p:spPr bwMode="auto">
          <a:xfrm>
            <a:off x="3897313" y="3627438"/>
            <a:ext cx="15240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5301" name="Rectangle 5"/>
          <p:cNvSpPr>
            <a:spLocks noChangeArrowheads="1"/>
          </p:cNvSpPr>
          <p:nvPr/>
        </p:nvSpPr>
        <p:spPr bwMode="auto">
          <a:xfrm>
            <a:off x="2144713" y="5608638"/>
            <a:ext cx="15240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5302" name="Rectangle 6"/>
          <p:cNvSpPr>
            <a:spLocks noChangeArrowheads="1"/>
          </p:cNvSpPr>
          <p:nvPr/>
        </p:nvSpPr>
        <p:spPr bwMode="auto">
          <a:xfrm>
            <a:off x="4049713" y="5608638"/>
            <a:ext cx="15240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5303" name="Rectangle 7"/>
          <p:cNvSpPr>
            <a:spLocks noChangeArrowheads="1"/>
          </p:cNvSpPr>
          <p:nvPr/>
        </p:nvSpPr>
        <p:spPr bwMode="auto">
          <a:xfrm>
            <a:off x="6030913" y="5608638"/>
            <a:ext cx="1524000" cy="10668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5304" name="Line 8"/>
          <p:cNvSpPr>
            <a:spLocks noChangeShapeType="1"/>
          </p:cNvSpPr>
          <p:nvPr/>
        </p:nvSpPr>
        <p:spPr bwMode="auto">
          <a:xfrm flipH="1">
            <a:off x="2830513" y="4694238"/>
            <a:ext cx="13716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5305" name="Line 9"/>
          <p:cNvSpPr>
            <a:spLocks noChangeShapeType="1"/>
          </p:cNvSpPr>
          <p:nvPr/>
        </p:nvSpPr>
        <p:spPr bwMode="auto">
          <a:xfrm>
            <a:off x="4659313" y="4694238"/>
            <a:ext cx="762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5306" name="Line 10"/>
          <p:cNvSpPr>
            <a:spLocks noChangeShapeType="1"/>
          </p:cNvSpPr>
          <p:nvPr/>
        </p:nvSpPr>
        <p:spPr bwMode="auto">
          <a:xfrm>
            <a:off x="5040313" y="4694238"/>
            <a:ext cx="1676400" cy="9144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68313" y="198438"/>
            <a:ext cx="9072562" cy="1512887"/>
          </a:xfrm>
        </p:spPr>
        <p:txBody>
          <a:bodyPr/>
          <a:lstStyle/>
          <a:p>
            <a:pPr eaLnBrk="1" hangingPunct="1"/>
            <a:r>
              <a:rPr lang="en-US" altLang="ro-RO" smtClean="0"/>
              <a:t>Tabele de hashing</a:t>
            </a:r>
          </a:p>
        </p:txBody>
      </p:sp>
      <p:sp>
        <p:nvSpPr>
          <p:cNvPr id="57347" name="Rectangle 3"/>
          <p:cNvSpPr>
            <a:spLocks noGrp="1" noChangeArrowheads="1"/>
          </p:cNvSpPr>
          <p:nvPr>
            <p:ph type="body" idx="1"/>
          </p:nvPr>
        </p:nvSpPr>
        <p:spPr>
          <a:xfrm>
            <a:off x="468313" y="1493838"/>
            <a:ext cx="9072562" cy="4283075"/>
          </a:xfrm>
        </p:spPr>
        <p:txBody>
          <a:bodyPr/>
          <a:lstStyle/>
          <a:p>
            <a:pPr eaLnBrk="1" hangingPunct="1"/>
            <a:r>
              <a:rPr lang="en-US" altLang="ro-RO" sz="2800" b="1" smtClean="0"/>
              <a:t>Tabele de hashing (hash table)</a:t>
            </a:r>
            <a:endParaRPr lang="en-US" altLang="ro-RO" sz="2800" smtClean="0"/>
          </a:p>
          <a:p>
            <a:pPr lvl="1" eaLnBrk="1" hangingPunct="1"/>
            <a:r>
              <a:rPr lang="en-US" altLang="ro-RO" sz="2800" smtClean="0"/>
              <a:t>Fiecare element este format dintr-o pereche cheie-valoare, cu cheie unica</a:t>
            </a:r>
          </a:p>
          <a:p>
            <a:pPr lvl="1" eaLnBrk="1" hangingPunct="1"/>
            <a:r>
              <a:rPr lang="en-US" altLang="ro-RO" sz="2800" smtClean="0"/>
              <a:t>Dimensiunea este variabila</a:t>
            </a:r>
          </a:p>
          <a:p>
            <a:pPr lvl="1" eaLnBrk="1" hangingPunct="1"/>
            <a:r>
              <a:rPr lang="en-US" altLang="ro-RO" sz="2800" smtClean="0"/>
              <a:t>Este performant la toate operatiile</a:t>
            </a:r>
          </a:p>
          <a:p>
            <a:pPr lvl="1" eaLnBrk="1" hangingPunct="1"/>
            <a:endParaRPr lang="en-US" altLang="ro-RO" sz="2800" b="1" smtClean="0">
              <a:latin typeface="Courier New" panose="02070309020205020404" pitchFamily="49" charset="0"/>
            </a:endParaRPr>
          </a:p>
        </p:txBody>
      </p:sp>
      <p:sp>
        <p:nvSpPr>
          <p:cNvPr id="57348" name="Rectangle 4"/>
          <p:cNvSpPr>
            <a:spLocks noChangeArrowheads="1"/>
          </p:cNvSpPr>
          <p:nvPr/>
        </p:nvSpPr>
        <p:spPr bwMode="auto">
          <a:xfrm>
            <a:off x="1154113" y="4084638"/>
            <a:ext cx="2743200" cy="31242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49" name="Line 5"/>
          <p:cNvSpPr>
            <a:spLocks noChangeShapeType="1"/>
          </p:cNvSpPr>
          <p:nvPr/>
        </p:nvSpPr>
        <p:spPr bwMode="auto">
          <a:xfrm>
            <a:off x="1154113" y="4618038"/>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0" name="Line 6"/>
          <p:cNvSpPr>
            <a:spLocks noChangeShapeType="1"/>
          </p:cNvSpPr>
          <p:nvPr/>
        </p:nvSpPr>
        <p:spPr bwMode="auto">
          <a:xfrm>
            <a:off x="1154113" y="5151438"/>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1" name="Line 7"/>
          <p:cNvSpPr>
            <a:spLocks noChangeShapeType="1"/>
          </p:cNvSpPr>
          <p:nvPr/>
        </p:nvSpPr>
        <p:spPr bwMode="auto">
          <a:xfrm>
            <a:off x="1154113" y="5684838"/>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2" name="Line 8"/>
          <p:cNvSpPr>
            <a:spLocks noChangeShapeType="1"/>
          </p:cNvSpPr>
          <p:nvPr/>
        </p:nvSpPr>
        <p:spPr bwMode="auto">
          <a:xfrm>
            <a:off x="1154113" y="6218238"/>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3" name="Line 9"/>
          <p:cNvSpPr>
            <a:spLocks noChangeShapeType="1"/>
          </p:cNvSpPr>
          <p:nvPr/>
        </p:nvSpPr>
        <p:spPr bwMode="auto">
          <a:xfrm>
            <a:off x="1154113" y="6751638"/>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4" name="Line 10"/>
          <p:cNvSpPr>
            <a:spLocks noChangeShapeType="1"/>
          </p:cNvSpPr>
          <p:nvPr/>
        </p:nvSpPr>
        <p:spPr bwMode="auto">
          <a:xfrm>
            <a:off x="3897313" y="4846638"/>
            <a:ext cx="838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7355" name="Rectangle 11"/>
          <p:cNvSpPr>
            <a:spLocks noChangeArrowheads="1"/>
          </p:cNvSpPr>
          <p:nvPr/>
        </p:nvSpPr>
        <p:spPr bwMode="auto">
          <a:xfrm>
            <a:off x="4735513" y="4694238"/>
            <a:ext cx="914400" cy="3810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56" name="Line 12"/>
          <p:cNvSpPr>
            <a:spLocks noChangeShapeType="1"/>
          </p:cNvSpPr>
          <p:nvPr/>
        </p:nvSpPr>
        <p:spPr bwMode="auto">
          <a:xfrm>
            <a:off x="5192713" y="4694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7" name="Rectangle 13"/>
          <p:cNvSpPr>
            <a:spLocks noChangeArrowheads="1"/>
          </p:cNvSpPr>
          <p:nvPr/>
        </p:nvSpPr>
        <p:spPr bwMode="auto">
          <a:xfrm>
            <a:off x="6107113" y="4694238"/>
            <a:ext cx="914400" cy="3810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58" name="Line 14"/>
          <p:cNvSpPr>
            <a:spLocks noChangeShapeType="1"/>
          </p:cNvSpPr>
          <p:nvPr/>
        </p:nvSpPr>
        <p:spPr bwMode="auto">
          <a:xfrm>
            <a:off x="6564313" y="4694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59" name="Line 15"/>
          <p:cNvSpPr>
            <a:spLocks noChangeShapeType="1"/>
          </p:cNvSpPr>
          <p:nvPr/>
        </p:nvSpPr>
        <p:spPr bwMode="auto">
          <a:xfrm>
            <a:off x="5649913" y="4922838"/>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7360" name="Rectangle 16"/>
          <p:cNvSpPr>
            <a:spLocks noChangeArrowheads="1"/>
          </p:cNvSpPr>
          <p:nvPr/>
        </p:nvSpPr>
        <p:spPr bwMode="auto">
          <a:xfrm>
            <a:off x="7478713" y="4694238"/>
            <a:ext cx="914400" cy="3810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61" name="Line 17"/>
          <p:cNvSpPr>
            <a:spLocks noChangeShapeType="1"/>
          </p:cNvSpPr>
          <p:nvPr/>
        </p:nvSpPr>
        <p:spPr bwMode="auto">
          <a:xfrm>
            <a:off x="8012113" y="4694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62" name="Line 18"/>
          <p:cNvSpPr>
            <a:spLocks noChangeShapeType="1"/>
          </p:cNvSpPr>
          <p:nvPr/>
        </p:nvSpPr>
        <p:spPr bwMode="auto">
          <a:xfrm>
            <a:off x="7021513" y="4922838"/>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7363" name="Rectangle 19"/>
          <p:cNvSpPr>
            <a:spLocks noChangeArrowheads="1"/>
          </p:cNvSpPr>
          <p:nvPr/>
        </p:nvSpPr>
        <p:spPr bwMode="auto">
          <a:xfrm>
            <a:off x="4735513" y="5684838"/>
            <a:ext cx="914400" cy="3810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64" name="Line 20"/>
          <p:cNvSpPr>
            <a:spLocks noChangeShapeType="1"/>
          </p:cNvSpPr>
          <p:nvPr/>
        </p:nvSpPr>
        <p:spPr bwMode="auto">
          <a:xfrm>
            <a:off x="5192713" y="5684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65" name="Rectangle 21"/>
          <p:cNvSpPr>
            <a:spLocks noChangeArrowheads="1"/>
          </p:cNvSpPr>
          <p:nvPr/>
        </p:nvSpPr>
        <p:spPr bwMode="auto">
          <a:xfrm>
            <a:off x="6107113" y="5684838"/>
            <a:ext cx="914400" cy="381000"/>
          </a:xfrm>
          <a:prstGeom prst="rect">
            <a:avLst/>
          </a:prstGeom>
          <a:solidFill>
            <a:srgbClr val="00B8FF"/>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57366" name="Line 22"/>
          <p:cNvSpPr>
            <a:spLocks noChangeShapeType="1"/>
          </p:cNvSpPr>
          <p:nvPr/>
        </p:nvSpPr>
        <p:spPr bwMode="auto">
          <a:xfrm>
            <a:off x="6564313" y="56848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57367" name="Line 23"/>
          <p:cNvSpPr>
            <a:spLocks noChangeShapeType="1"/>
          </p:cNvSpPr>
          <p:nvPr/>
        </p:nvSpPr>
        <p:spPr bwMode="auto">
          <a:xfrm>
            <a:off x="5649913" y="5913438"/>
            <a:ext cx="457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
        <p:nvSpPr>
          <p:cNvPr id="57368" name="Line 24"/>
          <p:cNvSpPr>
            <a:spLocks noChangeShapeType="1"/>
          </p:cNvSpPr>
          <p:nvPr/>
        </p:nvSpPr>
        <p:spPr bwMode="auto">
          <a:xfrm>
            <a:off x="3897313" y="5837238"/>
            <a:ext cx="83820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ltLang="ro-RO" smtClean="0"/>
              <a:t>Colectii : Cuprins</a:t>
            </a:r>
          </a:p>
        </p:txBody>
      </p:sp>
      <p:sp>
        <p:nvSpPr>
          <p:cNvPr id="59395" name="Rectangle 3"/>
          <p:cNvSpPr>
            <a:spLocks noGrp="1" noChangeArrowheads="1"/>
          </p:cNvSpPr>
          <p:nvPr>
            <p:ph type="body" idx="1"/>
          </p:nvPr>
        </p:nvSpPr>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a:t>
            </a:r>
            <a:r>
              <a:rPr lang="en-GB" altLang="ro-RO" sz="2800" b="1" smtClean="0"/>
              <a:t>Ce sunt colectiile</a:t>
            </a:r>
          </a:p>
          <a:p>
            <a:pPr marL="717550" indent="-609600" defTabSz="449263" eaLnBrk="1" hangingPunct="1">
              <a:buSzPct val="112000"/>
              <a:buFont typeface="StarSymbol" charset="0"/>
              <a:buAutoNum type="arabicPeriod"/>
            </a:pPr>
            <a:r>
              <a:rPr lang="en-GB" altLang="ro-RO" sz="2800" b="1" smtClean="0"/>
              <a:t> Tehnologii folosite de colectii</a:t>
            </a:r>
          </a:p>
          <a:p>
            <a:pPr marL="717550" indent="-609600" defTabSz="449263" eaLnBrk="1" hangingPunct="1">
              <a:buSzPct val="112000"/>
              <a:buFont typeface="StarSymbol" charset="0"/>
              <a:buAutoNum type="arabicPeriod"/>
            </a:pPr>
            <a:r>
              <a:rPr lang="en-GB" altLang="ro-RO" sz="2800" b="1" smtClean="0"/>
              <a:t> </a:t>
            </a:r>
            <a:r>
              <a:rPr lang="en-GB" altLang="ro-RO" sz="2800" b="1" smtClean="0">
                <a:solidFill>
                  <a:srgbClr val="FF0000"/>
                </a:solidFill>
              </a:rPr>
              <a:t>Proprietati ale colectiilor</a:t>
            </a:r>
          </a:p>
          <a:p>
            <a:pPr marL="717550" indent="-609600" defTabSz="449263" eaLnBrk="1" hangingPunct="1">
              <a:buSzPct val="112000"/>
              <a:buFont typeface="StarSymbol" charset="0"/>
              <a:buAutoNum type="arabicPeriod"/>
            </a:pPr>
            <a:r>
              <a:rPr lang="en-GB" altLang="ro-RO" sz="2800" b="1" smtClean="0"/>
              <a:t> Interfete ale colectiilor</a:t>
            </a:r>
          </a:p>
          <a:p>
            <a:pPr marL="717550" indent="-609600" defTabSz="449263" eaLnBrk="1" hangingPunct="1">
              <a:buSzPct val="112000"/>
              <a:buFont typeface="StarSymbol" charset="0"/>
              <a:buAutoNum type="arabicPeriod"/>
            </a:pPr>
            <a:r>
              <a:rPr lang="en-GB" altLang="ro-RO" sz="2800" b="1" smtClean="0"/>
              <a:t> 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ro-RO" smtClean="0"/>
              <a:t>Proprietati ale colectiilor</a:t>
            </a:r>
          </a:p>
        </p:txBody>
      </p:sp>
      <p:sp>
        <p:nvSpPr>
          <p:cNvPr id="61443" name="Rectangle 3"/>
          <p:cNvSpPr>
            <a:spLocks noGrp="1" noChangeArrowheads="1"/>
          </p:cNvSpPr>
          <p:nvPr>
            <p:ph type="body" idx="1"/>
          </p:nvPr>
        </p:nvSpPr>
        <p:spPr/>
        <p:txBody>
          <a:bodyPr/>
          <a:lstStyle/>
          <a:p>
            <a:pPr eaLnBrk="1" hangingPunct="1"/>
            <a:r>
              <a:rPr lang="en-US" altLang="ro-RO" sz="2800" smtClean="0"/>
              <a:t>Exista patru proprietati pe care le pot avea colectiile de obiecte:</a:t>
            </a:r>
          </a:p>
          <a:p>
            <a:pPr lvl="1" eaLnBrk="1" hangingPunct="1"/>
            <a:r>
              <a:rPr lang="en-US" altLang="ro-RO" sz="2800" b="1" smtClean="0"/>
              <a:t>Sortate</a:t>
            </a:r>
            <a:r>
              <a:rPr lang="en-US" altLang="ro-RO" sz="2800" smtClean="0"/>
              <a:t> – elementele sunt aranjate dupa un criteriu de tip mai mic/mai mare</a:t>
            </a:r>
          </a:p>
          <a:p>
            <a:pPr lvl="1" eaLnBrk="1" hangingPunct="1"/>
            <a:r>
              <a:rPr lang="en-US" altLang="ro-RO" sz="2800" b="1" smtClean="0"/>
              <a:t>Ordonate</a:t>
            </a:r>
            <a:r>
              <a:rPr lang="en-US" altLang="ro-RO" sz="2800" smtClean="0"/>
              <a:t> – se cunoaste pozitia fiecarui elemente</a:t>
            </a:r>
          </a:p>
          <a:p>
            <a:pPr lvl="1" eaLnBrk="1" hangingPunct="1"/>
            <a:r>
              <a:rPr lang="en-US" altLang="ro-RO" sz="2800" b="1" smtClean="0"/>
              <a:t>Permit duplicate</a:t>
            </a:r>
            <a:r>
              <a:rPr lang="en-US" altLang="ro-RO" sz="2800" smtClean="0"/>
              <a:t> – colectia poate contine doua elemente identice</a:t>
            </a:r>
          </a:p>
          <a:p>
            <a:pPr lvl="1" eaLnBrk="1" hangingPunct="1"/>
            <a:r>
              <a:rPr lang="en-US" altLang="ro-RO" sz="2800" b="1" smtClean="0"/>
              <a:t>Folosesc chei</a:t>
            </a:r>
            <a:r>
              <a:rPr lang="en-US" altLang="ro-RO" sz="2800" smtClean="0"/>
              <a:t> – se foloseste un obiect cheie pentru a identifica obiectul stocat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68313" y="122238"/>
            <a:ext cx="9072562" cy="1512887"/>
          </a:xfrm>
        </p:spPr>
        <p:txBody>
          <a:bodyPr/>
          <a:lstStyle/>
          <a:p>
            <a:pPr eaLnBrk="1" hangingPunct="1"/>
            <a:r>
              <a:rPr lang="en-US" altLang="ro-RO" smtClean="0"/>
              <a:t>Colectii : Cuprins</a:t>
            </a:r>
          </a:p>
        </p:txBody>
      </p:sp>
      <p:sp>
        <p:nvSpPr>
          <p:cNvPr id="63491" name="Rectangle 3"/>
          <p:cNvSpPr>
            <a:spLocks noGrp="1" noChangeArrowheads="1"/>
          </p:cNvSpPr>
          <p:nvPr>
            <p:ph type="body" idx="1"/>
          </p:nvPr>
        </p:nvSpPr>
        <p:spPr>
          <a:xfrm>
            <a:off x="315913" y="1722438"/>
            <a:ext cx="9072562" cy="4283075"/>
          </a:xfrm>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a:t>
            </a:r>
            <a:r>
              <a:rPr lang="en-GB" altLang="ro-RO" sz="2800" b="1" smtClean="0"/>
              <a:t>Ce sunt colectiile</a:t>
            </a:r>
          </a:p>
          <a:p>
            <a:pPr marL="717550" indent="-609600" defTabSz="449263" eaLnBrk="1" hangingPunct="1">
              <a:buSzPct val="112000"/>
              <a:buFont typeface="StarSymbol" charset="0"/>
              <a:buAutoNum type="arabicPeriod"/>
            </a:pPr>
            <a:r>
              <a:rPr lang="en-GB" altLang="ro-RO" sz="2800" b="1" smtClean="0"/>
              <a:t> Tehnologii folosite de colectii</a:t>
            </a:r>
          </a:p>
          <a:p>
            <a:pPr marL="717550" indent="-609600" defTabSz="449263" eaLnBrk="1" hangingPunct="1">
              <a:buSzPct val="112000"/>
              <a:buFont typeface="StarSymbol" charset="0"/>
              <a:buAutoNum type="arabicPeriod"/>
            </a:pPr>
            <a:r>
              <a:rPr lang="en-GB" altLang="ro-RO" sz="2800" b="1" smtClean="0"/>
              <a:t> Proprietati ale colectiilor</a:t>
            </a:r>
          </a:p>
          <a:p>
            <a:pPr marL="717550" indent="-609600" defTabSz="449263" eaLnBrk="1" hangingPunct="1">
              <a:buSzPct val="112000"/>
              <a:buFont typeface="StarSymbol" charset="0"/>
              <a:buAutoNum type="arabicPeriod"/>
            </a:pPr>
            <a:r>
              <a:rPr lang="en-GB" altLang="ro-RO" sz="2800" b="1" smtClean="0"/>
              <a:t> </a:t>
            </a:r>
            <a:r>
              <a:rPr lang="en-GB" altLang="ro-RO" sz="2800" b="1" smtClean="0">
                <a:solidFill>
                  <a:srgbClr val="FF0000"/>
                </a:solidFill>
              </a:rPr>
              <a:t>Interfete ale colectiilor</a:t>
            </a:r>
          </a:p>
          <a:p>
            <a:pPr marL="717550" indent="-609600" defTabSz="449263" eaLnBrk="1" hangingPunct="1">
              <a:buSzPct val="112000"/>
              <a:buFont typeface="StarSymbol" charset="0"/>
              <a:buAutoNum type="arabicPeriod"/>
            </a:pPr>
            <a:r>
              <a:rPr lang="en-GB" altLang="ro-RO" sz="2800" b="1" smtClean="0"/>
              <a:t> 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44513" y="350838"/>
            <a:ext cx="9072562" cy="1512887"/>
          </a:xfrm>
        </p:spPr>
        <p:txBody>
          <a:bodyPr/>
          <a:lstStyle/>
          <a:p>
            <a:pPr eaLnBrk="1" hangingPunct="1"/>
            <a:r>
              <a:rPr lang="en-US" altLang="ro-RO" smtClean="0"/>
              <a:t>Ierarhia interfetelor</a:t>
            </a:r>
          </a:p>
        </p:txBody>
      </p:sp>
      <p:sp>
        <p:nvSpPr>
          <p:cNvPr id="65539" name="Text Box 3"/>
          <p:cNvSpPr txBox="1">
            <a:spLocks noChangeArrowheads="1"/>
          </p:cNvSpPr>
          <p:nvPr/>
        </p:nvSpPr>
        <p:spPr bwMode="auto">
          <a:xfrm>
            <a:off x="239713" y="5141913"/>
            <a:ext cx="24384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latin typeface="Times New Roman" panose="02020603050405020304" pitchFamily="18" charset="0"/>
              </a:rPr>
              <a:t>SortedSet</a:t>
            </a:r>
          </a:p>
        </p:txBody>
      </p:sp>
      <p:sp>
        <p:nvSpPr>
          <p:cNvPr id="65540" name="Text Box 4"/>
          <p:cNvSpPr txBox="1">
            <a:spLocks noChangeArrowheads="1"/>
          </p:cNvSpPr>
          <p:nvPr/>
        </p:nvSpPr>
        <p:spPr bwMode="auto">
          <a:xfrm>
            <a:off x="468313" y="3475038"/>
            <a:ext cx="2286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Set</a:t>
            </a:r>
          </a:p>
        </p:txBody>
      </p:sp>
      <p:sp>
        <p:nvSpPr>
          <p:cNvPr id="65541" name="Line 5"/>
          <p:cNvSpPr>
            <a:spLocks noChangeShapeType="1"/>
          </p:cNvSpPr>
          <p:nvPr/>
        </p:nvSpPr>
        <p:spPr bwMode="auto">
          <a:xfrm flipH="1">
            <a:off x="1611313" y="4237038"/>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42" name="AutoShape 6"/>
          <p:cNvSpPr>
            <a:spLocks noChangeArrowheads="1"/>
          </p:cNvSpPr>
          <p:nvPr/>
        </p:nvSpPr>
        <p:spPr bwMode="auto">
          <a:xfrm>
            <a:off x="1458913" y="39322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65543" name="Text Box 7"/>
          <p:cNvSpPr txBox="1">
            <a:spLocks noChangeArrowheads="1"/>
          </p:cNvSpPr>
          <p:nvPr/>
        </p:nvSpPr>
        <p:spPr bwMode="auto">
          <a:xfrm>
            <a:off x="2906713" y="2027238"/>
            <a:ext cx="22098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Collection</a:t>
            </a:r>
          </a:p>
        </p:txBody>
      </p:sp>
      <p:sp>
        <p:nvSpPr>
          <p:cNvPr id="65544" name="Line 8"/>
          <p:cNvSpPr>
            <a:spLocks noChangeShapeType="1"/>
          </p:cNvSpPr>
          <p:nvPr/>
        </p:nvSpPr>
        <p:spPr bwMode="auto">
          <a:xfrm flipH="1">
            <a:off x="4049713" y="278923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45" name="AutoShape 9"/>
          <p:cNvSpPr>
            <a:spLocks noChangeArrowheads="1"/>
          </p:cNvSpPr>
          <p:nvPr/>
        </p:nvSpPr>
        <p:spPr bwMode="auto">
          <a:xfrm>
            <a:off x="3897313" y="24844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65546" name="Text Box 10"/>
          <p:cNvSpPr txBox="1">
            <a:spLocks noChangeArrowheads="1"/>
          </p:cNvSpPr>
          <p:nvPr/>
        </p:nvSpPr>
        <p:spPr bwMode="auto">
          <a:xfrm>
            <a:off x="4049713" y="3465513"/>
            <a:ext cx="2286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List</a:t>
            </a:r>
          </a:p>
        </p:txBody>
      </p:sp>
      <p:sp>
        <p:nvSpPr>
          <p:cNvPr id="65547" name="Line 11"/>
          <p:cNvSpPr>
            <a:spLocks noChangeShapeType="1"/>
          </p:cNvSpPr>
          <p:nvPr/>
        </p:nvSpPr>
        <p:spPr bwMode="auto">
          <a:xfrm>
            <a:off x="2601913" y="3094038"/>
            <a:ext cx="2590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48" name="Line 12"/>
          <p:cNvSpPr>
            <a:spLocks noChangeShapeType="1"/>
          </p:cNvSpPr>
          <p:nvPr/>
        </p:nvSpPr>
        <p:spPr bwMode="auto">
          <a:xfrm>
            <a:off x="2601913" y="30940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49" name="Line 13"/>
          <p:cNvSpPr>
            <a:spLocks noChangeShapeType="1"/>
          </p:cNvSpPr>
          <p:nvPr/>
        </p:nvSpPr>
        <p:spPr bwMode="auto">
          <a:xfrm>
            <a:off x="5192713" y="30940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50" name="Line 14"/>
          <p:cNvSpPr>
            <a:spLocks noChangeShapeType="1"/>
          </p:cNvSpPr>
          <p:nvPr/>
        </p:nvSpPr>
        <p:spPr bwMode="auto">
          <a:xfrm flipH="1">
            <a:off x="8240713" y="2789238"/>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65551" name="AutoShape 15"/>
          <p:cNvSpPr>
            <a:spLocks noChangeArrowheads="1"/>
          </p:cNvSpPr>
          <p:nvPr/>
        </p:nvSpPr>
        <p:spPr bwMode="auto">
          <a:xfrm>
            <a:off x="8088313" y="24844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65552" name="Text Box 16"/>
          <p:cNvSpPr txBox="1">
            <a:spLocks noChangeArrowheads="1"/>
          </p:cNvSpPr>
          <p:nvPr/>
        </p:nvSpPr>
        <p:spPr bwMode="auto">
          <a:xfrm>
            <a:off x="6945313" y="3475038"/>
            <a:ext cx="27432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SortedMap</a:t>
            </a:r>
          </a:p>
        </p:txBody>
      </p:sp>
      <p:sp>
        <p:nvSpPr>
          <p:cNvPr id="65553" name="Text Box 17"/>
          <p:cNvSpPr txBox="1">
            <a:spLocks noChangeArrowheads="1"/>
          </p:cNvSpPr>
          <p:nvPr/>
        </p:nvSpPr>
        <p:spPr bwMode="auto">
          <a:xfrm>
            <a:off x="7173913" y="2027238"/>
            <a:ext cx="22098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Map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44513" y="198438"/>
            <a:ext cx="9072562" cy="1512887"/>
          </a:xfrm>
        </p:spPr>
        <p:txBody>
          <a:bodyPr/>
          <a:lstStyle/>
          <a:p>
            <a:pPr eaLnBrk="1" hangingPunct="1"/>
            <a:r>
              <a:rPr lang="en-US" altLang="ro-RO" smtClean="0"/>
              <a:t>Interfete ale colectiilor</a:t>
            </a:r>
          </a:p>
        </p:txBody>
      </p:sp>
      <p:sp>
        <p:nvSpPr>
          <p:cNvPr id="67587" name="Rectangle 3"/>
          <p:cNvSpPr>
            <a:spLocks noGrp="1" noChangeArrowheads="1"/>
          </p:cNvSpPr>
          <p:nvPr>
            <p:ph type="body" idx="1"/>
          </p:nvPr>
        </p:nvSpPr>
        <p:spPr/>
        <p:txBody>
          <a:bodyPr/>
          <a:lstStyle/>
          <a:p>
            <a:pPr eaLnBrk="1" hangingPunct="1"/>
            <a:r>
              <a:rPr lang="en-US" altLang="ro-RO" sz="2800" b="1" smtClean="0"/>
              <a:t>Collection</a:t>
            </a:r>
            <a:r>
              <a:rPr lang="en-US" altLang="ro-RO" sz="2800" smtClean="0"/>
              <a:t> – este interfata generala pentru colectii, are operatii de adaugare, intergoare</a:t>
            </a:r>
          </a:p>
          <a:p>
            <a:pPr eaLnBrk="1" hangingPunct="1"/>
            <a:r>
              <a:rPr lang="en-US" altLang="ro-RO" sz="2800" b="1" smtClean="0"/>
              <a:t>Set</a:t>
            </a:r>
            <a:r>
              <a:rPr lang="en-US" altLang="ro-RO" sz="2800" smtClean="0"/>
              <a:t> – multime, nu permite duplicate, nu este ordonata, nu este sortata, nu foloseste chei</a:t>
            </a:r>
          </a:p>
          <a:p>
            <a:pPr eaLnBrk="1" hangingPunct="1"/>
            <a:r>
              <a:rPr lang="en-US" altLang="ro-RO" sz="2800" b="1" smtClean="0"/>
              <a:t>List</a:t>
            </a:r>
            <a:r>
              <a:rPr lang="en-US" altLang="ro-RO" sz="2800" smtClean="0"/>
              <a:t> – lista, este ordonata, nu este sortata, permite duplicate, nu foloseste chei</a:t>
            </a:r>
          </a:p>
          <a:p>
            <a:pPr eaLnBrk="1" hangingPunct="1"/>
            <a:r>
              <a:rPr lang="en-US" altLang="ro-RO" sz="2800" b="1" smtClean="0"/>
              <a:t>Map</a:t>
            </a:r>
            <a:r>
              <a:rPr lang="en-US" altLang="ro-RO" sz="2800" smtClean="0"/>
              <a:t> – asociatie, foloseste chei unice, neordonat, nu permite duplicate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ro-RO" smtClean="0"/>
              <a:t>Interfete ale colectiilor</a:t>
            </a:r>
          </a:p>
        </p:txBody>
      </p:sp>
      <p:sp>
        <p:nvSpPr>
          <p:cNvPr id="69635" name="Rectangle 3"/>
          <p:cNvSpPr>
            <a:spLocks noGrp="1" noChangeArrowheads="1"/>
          </p:cNvSpPr>
          <p:nvPr>
            <p:ph type="body" idx="1"/>
          </p:nvPr>
        </p:nvSpPr>
        <p:spPr/>
        <p:txBody>
          <a:bodyPr/>
          <a:lstStyle/>
          <a:p>
            <a:pPr eaLnBrk="1" hangingPunct="1"/>
            <a:r>
              <a:rPr lang="en-US" altLang="ro-RO" sz="2400" b="1" smtClean="0"/>
              <a:t>Collection</a:t>
            </a:r>
            <a:r>
              <a:rPr lang="en-US" altLang="ro-RO" sz="2400" smtClean="0"/>
              <a:t> pune la dispozitie urmatoarele metode:</a:t>
            </a:r>
          </a:p>
          <a:p>
            <a:pPr eaLnBrk="1" hangingPunct="1">
              <a:buFont typeface="Wingdings" panose="05000000000000000000" pitchFamily="2" charset="2"/>
              <a:buNone/>
            </a:pPr>
            <a:endParaRPr lang="en-US" altLang="ro-RO" sz="2400" b="1" smtClean="0">
              <a:latin typeface="Courier New" panose="02070309020205020404" pitchFamily="49" charset="0"/>
            </a:endParaRPr>
          </a:p>
          <a:p>
            <a:pPr eaLnBrk="1" hangingPunct="1">
              <a:buFont typeface="Wingdings" panose="05000000000000000000" pitchFamily="2" charset="2"/>
              <a:buNone/>
            </a:pPr>
            <a:r>
              <a:rPr lang="en-US" altLang="ro-RO" sz="2400" b="1" smtClean="0">
                <a:latin typeface="Courier New" panose="02070309020205020404" pitchFamily="49" charset="0"/>
              </a:rPr>
              <a:t>boolean add(Object o);</a:t>
            </a:r>
          </a:p>
          <a:p>
            <a:pPr eaLnBrk="1" hangingPunct="1">
              <a:buFont typeface="Wingdings" panose="05000000000000000000" pitchFamily="2" charset="2"/>
              <a:buNone/>
            </a:pPr>
            <a:endParaRPr lang="en-US" altLang="ro-RO" sz="2400" b="1" smtClean="0">
              <a:latin typeface="Courier New" panose="02070309020205020404" pitchFamily="49" charset="0"/>
            </a:endParaRPr>
          </a:p>
          <a:p>
            <a:pPr eaLnBrk="1" hangingPunct="1">
              <a:buFont typeface="Wingdings" panose="05000000000000000000" pitchFamily="2" charset="2"/>
              <a:buNone/>
            </a:pPr>
            <a:r>
              <a:rPr lang="en-US" altLang="ro-RO" sz="2400" b="1" smtClean="0">
                <a:latin typeface="Courier New" panose="02070309020205020404" pitchFamily="49" charset="0"/>
              </a:rPr>
              <a:t>void clear();</a:t>
            </a:r>
          </a:p>
          <a:p>
            <a:pPr eaLnBrk="1" hangingPunct="1">
              <a:buFont typeface="Wingdings" panose="05000000000000000000" pitchFamily="2" charset="2"/>
              <a:buNone/>
            </a:pPr>
            <a:endParaRPr lang="en-US" altLang="ro-RO" sz="2400" b="1" smtClean="0">
              <a:latin typeface="Courier New" panose="02070309020205020404" pitchFamily="49" charset="0"/>
            </a:endParaRPr>
          </a:p>
          <a:p>
            <a:pPr eaLnBrk="1" hangingPunct="1">
              <a:buFont typeface="Wingdings" panose="05000000000000000000" pitchFamily="2" charset="2"/>
              <a:buNone/>
            </a:pPr>
            <a:r>
              <a:rPr lang="en-US" altLang="ro-RO" sz="2400" b="1" smtClean="0">
                <a:latin typeface="Courier New" panose="02070309020205020404" pitchFamily="49" charset="0"/>
              </a:rPr>
              <a:t>boolean contains(Object o);</a:t>
            </a:r>
          </a:p>
          <a:p>
            <a:pPr eaLnBrk="1" hangingPunct="1">
              <a:buFont typeface="Wingdings" panose="05000000000000000000" pitchFamily="2" charset="2"/>
              <a:buNone/>
            </a:pPr>
            <a:endParaRPr lang="en-US" altLang="ro-RO" sz="2400" b="1" smtClean="0">
              <a:latin typeface="Courier New" panose="02070309020205020404" pitchFamily="49" charset="0"/>
            </a:endParaRPr>
          </a:p>
          <a:p>
            <a:pPr eaLnBrk="1" hangingPunct="1">
              <a:buFont typeface="Wingdings" panose="05000000000000000000" pitchFamily="2" charset="2"/>
              <a:buNone/>
            </a:pPr>
            <a:r>
              <a:rPr lang="en-US" altLang="ro-RO" sz="2400" b="1" smtClean="0">
                <a:latin typeface="Courier New" panose="02070309020205020404" pitchFamily="49" charset="0"/>
              </a:rPr>
              <a:t>boolean remove(Object o);</a:t>
            </a:r>
          </a:p>
          <a:p>
            <a:pPr eaLnBrk="1" hangingPunct="1">
              <a:buFont typeface="Wingdings" panose="05000000000000000000" pitchFamily="2" charset="2"/>
              <a:buNone/>
            </a:pPr>
            <a:endParaRPr lang="en-US" altLang="ro-RO" sz="2400" b="1" smtClean="0">
              <a:latin typeface="Courier New" panose="02070309020205020404" pitchFamily="49" charset="0"/>
            </a:endParaRPr>
          </a:p>
          <a:p>
            <a:pPr eaLnBrk="1" hangingPunct="1">
              <a:buFont typeface="Wingdings" panose="05000000000000000000" pitchFamily="2" charset="2"/>
              <a:buNone/>
            </a:pPr>
            <a:r>
              <a:rPr lang="en-US" altLang="ro-RO" sz="2400" b="1" smtClean="0">
                <a:latin typeface="Courier New" panose="02070309020205020404" pitchFamily="49" charset="0"/>
              </a:rPr>
              <a:t>int size();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ro-RO" smtClean="0"/>
              <a:t>Colectii : Cuprins</a:t>
            </a:r>
          </a:p>
        </p:txBody>
      </p:sp>
      <p:sp>
        <p:nvSpPr>
          <p:cNvPr id="71683" name="Rectangle 3"/>
          <p:cNvSpPr>
            <a:spLocks noGrp="1" noChangeArrowheads="1"/>
          </p:cNvSpPr>
          <p:nvPr>
            <p:ph type="body" idx="1"/>
          </p:nvPr>
        </p:nvSpPr>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a:t>
            </a:r>
            <a:r>
              <a:rPr lang="en-GB" altLang="ro-RO" sz="2800" b="1" smtClean="0"/>
              <a:t>Ce sunt colectiile</a:t>
            </a:r>
          </a:p>
          <a:p>
            <a:pPr marL="717550" indent="-609600" defTabSz="449263" eaLnBrk="1" hangingPunct="1">
              <a:buSzPct val="112000"/>
              <a:buFont typeface="StarSymbol" charset="0"/>
              <a:buAutoNum type="arabicPeriod"/>
            </a:pPr>
            <a:r>
              <a:rPr lang="en-GB" altLang="ro-RO" sz="2800" b="1" smtClean="0"/>
              <a:t> Tehnologii folosite de colectii</a:t>
            </a:r>
          </a:p>
          <a:p>
            <a:pPr marL="717550" indent="-609600" defTabSz="449263" eaLnBrk="1" hangingPunct="1">
              <a:buSzPct val="112000"/>
              <a:buFont typeface="StarSymbol" charset="0"/>
              <a:buAutoNum type="arabicPeriod"/>
            </a:pPr>
            <a:r>
              <a:rPr lang="en-GB" altLang="ro-RO" sz="2800" b="1" smtClean="0"/>
              <a:t> Proprietati ale colectiilor</a:t>
            </a:r>
          </a:p>
          <a:p>
            <a:pPr marL="717550" indent="-609600" defTabSz="449263" eaLnBrk="1" hangingPunct="1">
              <a:buSzPct val="112000"/>
              <a:buFont typeface="StarSymbol" charset="0"/>
              <a:buAutoNum type="arabicPeriod"/>
            </a:pPr>
            <a:r>
              <a:rPr lang="en-GB" altLang="ro-RO" sz="2800" b="1" smtClean="0"/>
              <a:t> Interfete ale colectiilor</a:t>
            </a:r>
          </a:p>
          <a:p>
            <a:pPr marL="717550" indent="-609600" defTabSz="449263" eaLnBrk="1" hangingPunct="1">
              <a:buSzPct val="112000"/>
              <a:buFont typeface="StarSymbol" charset="0"/>
              <a:buAutoNum type="arabicPeriod"/>
            </a:pPr>
            <a:r>
              <a:rPr lang="en-GB" altLang="ro-RO" sz="2800" b="1" smtClean="0"/>
              <a:t> </a:t>
            </a:r>
            <a:r>
              <a:rPr lang="en-GB" altLang="ro-RO" sz="2800" b="1" smtClean="0">
                <a:solidFill>
                  <a:srgbClr val="FF0000"/>
                </a:solidFill>
              </a:rPr>
              <a:t>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20713" y="0"/>
            <a:ext cx="9072562" cy="1512888"/>
          </a:xfrm>
        </p:spPr>
        <p:txBody>
          <a:bodyPr/>
          <a:lstStyle/>
          <a:p>
            <a:pPr eaLnBrk="1" hangingPunct="1"/>
            <a:r>
              <a:rPr lang="en-US" altLang="ro-RO" smtClean="0"/>
              <a:t>Ierarhia claselor</a:t>
            </a:r>
          </a:p>
        </p:txBody>
      </p:sp>
      <p:sp>
        <p:nvSpPr>
          <p:cNvPr id="73731" name="Text Box 3"/>
          <p:cNvSpPr txBox="1">
            <a:spLocks noChangeArrowheads="1"/>
          </p:cNvSpPr>
          <p:nvPr/>
        </p:nvSpPr>
        <p:spPr bwMode="auto">
          <a:xfrm>
            <a:off x="163513" y="4456113"/>
            <a:ext cx="1524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FF0000"/>
                </a:solidFill>
                <a:latin typeface="Times New Roman" panose="02020603050405020304" pitchFamily="18" charset="0"/>
              </a:rPr>
              <a:t>HashSet</a:t>
            </a:r>
          </a:p>
        </p:txBody>
      </p:sp>
      <p:sp>
        <p:nvSpPr>
          <p:cNvPr id="73732" name="Text Box 4"/>
          <p:cNvSpPr txBox="1">
            <a:spLocks noChangeArrowheads="1"/>
          </p:cNvSpPr>
          <p:nvPr/>
        </p:nvSpPr>
        <p:spPr bwMode="auto">
          <a:xfrm>
            <a:off x="468313" y="2789238"/>
            <a:ext cx="2286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AbstractSet</a:t>
            </a:r>
          </a:p>
        </p:txBody>
      </p:sp>
      <p:sp>
        <p:nvSpPr>
          <p:cNvPr id="73733" name="Line 5"/>
          <p:cNvSpPr>
            <a:spLocks noChangeShapeType="1"/>
          </p:cNvSpPr>
          <p:nvPr/>
        </p:nvSpPr>
        <p:spPr bwMode="auto">
          <a:xfrm flipH="1">
            <a:off x="1611313" y="3551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34" name="AutoShape 6"/>
          <p:cNvSpPr>
            <a:spLocks noChangeArrowheads="1"/>
          </p:cNvSpPr>
          <p:nvPr/>
        </p:nvSpPr>
        <p:spPr bwMode="auto">
          <a:xfrm>
            <a:off x="1458913" y="32464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73735" name="Text Box 7"/>
          <p:cNvSpPr txBox="1">
            <a:spLocks noChangeArrowheads="1"/>
          </p:cNvSpPr>
          <p:nvPr/>
        </p:nvSpPr>
        <p:spPr bwMode="auto">
          <a:xfrm>
            <a:off x="2601913" y="1341438"/>
            <a:ext cx="28956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AbstractCollection</a:t>
            </a:r>
          </a:p>
        </p:txBody>
      </p:sp>
      <p:sp>
        <p:nvSpPr>
          <p:cNvPr id="73736" name="Line 8"/>
          <p:cNvSpPr>
            <a:spLocks noChangeShapeType="1"/>
          </p:cNvSpPr>
          <p:nvPr/>
        </p:nvSpPr>
        <p:spPr bwMode="auto">
          <a:xfrm flipH="1">
            <a:off x="4049713" y="210343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37" name="AutoShape 9"/>
          <p:cNvSpPr>
            <a:spLocks noChangeArrowheads="1"/>
          </p:cNvSpPr>
          <p:nvPr/>
        </p:nvSpPr>
        <p:spPr bwMode="auto">
          <a:xfrm>
            <a:off x="3897313" y="17986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73738" name="Text Box 10"/>
          <p:cNvSpPr txBox="1">
            <a:spLocks noChangeArrowheads="1"/>
          </p:cNvSpPr>
          <p:nvPr/>
        </p:nvSpPr>
        <p:spPr bwMode="auto">
          <a:xfrm>
            <a:off x="4049713" y="2779713"/>
            <a:ext cx="2286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AbstractList</a:t>
            </a:r>
          </a:p>
        </p:txBody>
      </p:sp>
      <p:sp>
        <p:nvSpPr>
          <p:cNvPr id="73739" name="Line 11"/>
          <p:cNvSpPr>
            <a:spLocks noChangeShapeType="1"/>
          </p:cNvSpPr>
          <p:nvPr/>
        </p:nvSpPr>
        <p:spPr bwMode="auto">
          <a:xfrm>
            <a:off x="2601913" y="2408238"/>
            <a:ext cx="2590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0" name="Line 12"/>
          <p:cNvSpPr>
            <a:spLocks noChangeShapeType="1"/>
          </p:cNvSpPr>
          <p:nvPr/>
        </p:nvSpPr>
        <p:spPr bwMode="auto">
          <a:xfrm>
            <a:off x="2601913" y="2408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1" name="Line 13"/>
          <p:cNvSpPr>
            <a:spLocks noChangeShapeType="1"/>
          </p:cNvSpPr>
          <p:nvPr/>
        </p:nvSpPr>
        <p:spPr bwMode="auto">
          <a:xfrm>
            <a:off x="5192713" y="2408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2" name="Line 14"/>
          <p:cNvSpPr>
            <a:spLocks noChangeShapeType="1"/>
          </p:cNvSpPr>
          <p:nvPr/>
        </p:nvSpPr>
        <p:spPr bwMode="auto">
          <a:xfrm flipH="1">
            <a:off x="8240713" y="2103438"/>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3" name="AutoShape 15"/>
          <p:cNvSpPr>
            <a:spLocks noChangeArrowheads="1"/>
          </p:cNvSpPr>
          <p:nvPr/>
        </p:nvSpPr>
        <p:spPr bwMode="auto">
          <a:xfrm>
            <a:off x="8088313" y="17986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73744" name="Text Box 16"/>
          <p:cNvSpPr txBox="1">
            <a:spLocks noChangeArrowheads="1"/>
          </p:cNvSpPr>
          <p:nvPr/>
        </p:nvSpPr>
        <p:spPr bwMode="auto">
          <a:xfrm>
            <a:off x="6564313" y="2789238"/>
            <a:ext cx="16002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FF0000"/>
                </a:solidFill>
                <a:latin typeface="Times New Roman" panose="02020603050405020304" pitchFamily="18" charset="0"/>
              </a:rPr>
              <a:t>HashMap</a:t>
            </a:r>
          </a:p>
        </p:txBody>
      </p:sp>
      <p:sp>
        <p:nvSpPr>
          <p:cNvPr id="73745" name="Text Box 17"/>
          <p:cNvSpPr txBox="1">
            <a:spLocks noChangeArrowheads="1"/>
          </p:cNvSpPr>
          <p:nvPr/>
        </p:nvSpPr>
        <p:spPr bwMode="auto">
          <a:xfrm>
            <a:off x="7173913" y="1341438"/>
            <a:ext cx="22098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AbstractMap</a:t>
            </a:r>
          </a:p>
        </p:txBody>
      </p:sp>
      <p:sp>
        <p:nvSpPr>
          <p:cNvPr id="73746" name="Text Box 18"/>
          <p:cNvSpPr txBox="1">
            <a:spLocks noChangeArrowheads="1"/>
          </p:cNvSpPr>
          <p:nvPr/>
        </p:nvSpPr>
        <p:spPr bwMode="auto">
          <a:xfrm>
            <a:off x="1992313" y="4465638"/>
            <a:ext cx="16002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FF0000"/>
                </a:solidFill>
                <a:latin typeface="Times New Roman" panose="02020603050405020304" pitchFamily="18" charset="0"/>
              </a:rPr>
              <a:t>TreeSet</a:t>
            </a:r>
          </a:p>
        </p:txBody>
      </p:sp>
      <p:sp>
        <p:nvSpPr>
          <p:cNvPr id="73747" name="Line 19"/>
          <p:cNvSpPr>
            <a:spLocks noChangeShapeType="1"/>
          </p:cNvSpPr>
          <p:nvPr/>
        </p:nvSpPr>
        <p:spPr bwMode="auto">
          <a:xfrm>
            <a:off x="925513" y="4008438"/>
            <a:ext cx="175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8" name="Line 20"/>
          <p:cNvSpPr>
            <a:spLocks noChangeShapeType="1"/>
          </p:cNvSpPr>
          <p:nvPr/>
        </p:nvSpPr>
        <p:spPr bwMode="auto">
          <a:xfrm>
            <a:off x="925513" y="40084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49" name="Line 21"/>
          <p:cNvSpPr>
            <a:spLocks noChangeShapeType="1"/>
          </p:cNvSpPr>
          <p:nvPr/>
        </p:nvSpPr>
        <p:spPr bwMode="auto">
          <a:xfrm>
            <a:off x="2678113" y="40084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0" name="Line 22"/>
          <p:cNvSpPr>
            <a:spLocks noChangeShapeType="1"/>
          </p:cNvSpPr>
          <p:nvPr/>
        </p:nvSpPr>
        <p:spPr bwMode="auto">
          <a:xfrm flipH="1">
            <a:off x="5040313" y="35512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1" name="Line 23"/>
          <p:cNvSpPr>
            <a:spLocks noChangeShapeType="1"/>
          </p:cNvSpPr>
          <p:nvPr/>
        </p:nvSpPr>
        <p:spPr bwMode="auto">
          <a:xfrm>
            <a:off x="4354513" y="4008438"/>
            <a:ext cx="182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2" name="Line 24"/>
          <p:cNvSpPr>
            <a:spLocks noChangeShapeType="1"/>
          </p:cNvSpPr>
          <p:nvPr/>
        </p:nvSpPr>
        <p:spPr bwMode="auto">
          <a:xfrm>
            <a:off x="4354513" y="4008438"/>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3" name="AutoShape 25"/>
          <p:cNvSpPr>
            <a:spLocks noChangeArrowheads="1"/>
          </p:cNvSpPr>
          <p:nvPr/>
        </p:nvSpPr>
        <p:spPr bwMode="auto">
          <a:xfrm>
            <a:off x="4887913" y="32464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73754" name="Text Box 26"/>
          <p:cNvSpPr txBox="1">
            <a:spLocks noChangeArrowheads="1"/>
          </p:cNvSpPr>
          <p:nvPr/>
        </p:nvSpPr>
        <p:spPr bwMode="auto">
          <a:xfrm>
            <a:off x="3973513" y="4465638"/>
            <a:ext cx="16002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ArrayList</a:t>
            </a:r>
          </a:p>
        </p:txBody>
      </p:sp>
      <p:sp>
        <p:nvSpPr>
          <p:cNvPr id="73755" name="Text Box 27"/>
          <p:cNvSpPr txBox="1">
            <a:spLocks noChangeArrowheads="1"/>
          </p:cNvSpPr>
          <p:nvPr/>
        </p:nvSpPr>
        <p:spPr bwMode="auto">
          <a:xfrm>
            <a:off x="4887913" y="5227638"/>
            <a:ext cx="2286000" cy="831850"/>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000000"/>
                </a:solidFill>
                <a:latin typeface="Times New Roman" panose="02020603050405020304" pitchFamily="18" charset="0"/>
              </a:rPr>
              <a:t>Abstract SequentialList</a:t>
            </a:r>
          </a:p>
        </p:txBody>
      </p:sp>
      <p:sp>
        <p:nvSpPr>
          <p:cNvPr id="73756" name="Line 28"/>
          <p:cNvSpPr>
            <a:spLocks noChangeShapeType="1"/>
          </p:cNvSpPr>
          <p:nvPr/>
        </p:nvSpPr>
        <p:spPr bwMode="auto">
          <a:xfrm>
            <a:off x="6183313" y="4008438"/>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7" name="Text Box 29"/>
          <p:cNvSpPr txBox="1">
            <a:spLocks noChangeArrowheads="1"/>
          </p:cNvSpPr>
          <p:nvPr/>
        </p:nvSpPr>
        <p:spPr bwMode="auto">
          <a:xfrm>
            <a:off x="5268913" y="6742113"/>
            <a:ext cx="18288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FF0000"/>
                </a:solidFill>
                <a:latin typeface="Times New Roman" panose="02020603050405020304" pitchFamily="18" charset="0"/>
              </a:rPr>
              <a:t>LinkedList</a:t>
            </a:r>
          </a:p>
        </p:txBody>
      </p:sp>
      <p:sp>
        <p:nvSpPr>
          <p:cNvPr id="73758" name="Line 30"/>
          <p:cNvSpPr>
            <a:spLocks noChangeShapeType="1"/>
          </p:cNvSpPr>
          <p:nvPr/>
        </p:nvSpPr>
        <p:spPr bwMode="auto">
          <a:xfrm flipH="1">
            <a:off x="6030913" y="63706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59" name="AutoShape 31"/>
          <p:cNvSpPr>
            <a:spLocks noChangeArrowheads="1"/>
          </p:cNvSpPr>
          <p:nvPr/>
        </p:nvSpPr>
        <p:spPr bwMode="auto">
          <a:xfrm>
            <a:off x="5878513" y="6065838"/>
            <a:ext cx="304800" cy="304800"/>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ro-RO"/>
          </a:p>
        </p:txBody>
      </p:sp>
      <p:sp>
        <p:nvSpPr>
          <p:cNvPr id="73760" name="Text Box 32"/>
          <p:cNvSpPr txBox="1">
            <a:spLocks noChangeArrowheads="1"/>
          </p:cNvSpPr>
          <p:nvPr/>
        </p:nvSpPr>
        <p:spPr bwMode="auto">
          <a:xfrm>
            <a:off x="8393113" y="2789238"/>
            <a:ext cx="1524000" cy="466725"/>
          </a:xfrm>
          <a:prstGeom prst="rect">
            <a:avLst/>
          </a:prstGeom>
          <a:solidFill>
            <a:srgbClr val="CCFFFF">
              <a:alpha val="50195"/>
            </a:srgbClr>
          </a:solidFill>
          <a:ln w="9525">
            <a:solidFill>
              <a:schemeClr val="tx1"/>
            </a:solidFill>
            <a:miter lim="800000"/>
            <a:headEnd/>
            <a:tailEnd/>
          </a:ln>
        </p:spPr>
        <p:txBody>
          <a:bodyPr>
            <a:spAutoFit/>
          </a:bodyPr>
          <a:lstStyle>
            <a:lvl1pPr defTabSz="912813">
              <a:defRPr>
                <a:solidFill>
                  <a:schemeClr val="tx1"/>
                </a:solidFill>
                <a:latin typeface="Arial" panose="020B0604020202020204" pitchFamily="34" charset="0"/>
              </a:defRPr>
            </a:lvl1pPr>
            <a:lvl2pPr marL="742950" indent="-285750" defTabSz="912813">
              <a:defRPr>
                <a:solidFill>
                  <a:schemeClr val="tx1"/>
                </a:solidFill>
                <a:latin typeface="Arial" panose="020B0604020202020204" pitchFamily="34" charset="0"/>
              </a:defRPr>
            </a:lvl2pPr>
            <a:lvl3pPr marL="1143000" indent="-228600" defTabSz="912813">
              <a:defRPr>
                <a:solidFill>
                  <a:schemeClr val="tx1"/>
                </a:solidFill>
                <a:latin typeface="Arial" panose="020B0604020202020204" pitchFamily="34" charset="0"/>
              </a:defRPr>
            </a:lvl3pPr>
            <a:lvl4pPr marL="1600200" indent="-228600" defTabSz="912813">
              <a:defRPr>
                <a:solidFill>
                  <a:schemeClr val="tx1"/>
                </a:solidFill>
                <a:latin typeface="Arial" panose="020B0604020202020204" pitchFamily="34" charset="0"/>
              </a:defRPr>
            </a:lvl4pPr>
            <a:lvl5pPr marL="2057400" indent="-228600" defTabSz="912813">
              <a:defRPr>
                <a:solidFill>
                  <a:schemeClr val="tx1"/>
                </a:solidFill>
                <a:latin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ro-RO" sz="2400" b="1">
                <a:solidFill>
                  <a:srgbClr val="FF0000"/>
                </a:solidFill>
                <a:latin typeface="Times New Roman" panose="02020603050405020304" pitchFamily="18" charset="0"/>
              </a:rPr>
              <a:t>TreeMap</a:t>
            </a:r>
          </a:p>
        </p:txBody>
      </p:sp>
      <p:sp>
        <p:nvSpPr>
          <p:cNvPr id="73761" name="Line 33"/>
          <p:cNvSpPr>
            <a:spLocks noChangeShapeType="1"/>
          </p:cNvSpPr>
          <p:nvPr/>
        </p:nvSpPr>
        <p:spPr bwMode="auto">
          <a:xfrm>
            <a:off x="7402513" y="2408238"/>
            <a:ext cx="182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62" name="Line 34"/>
          <p:cNvSpPr>
            <a:spLocks noChangeShapeType="1"/>
          </p:cNvSpPr>
          <p:nvPr/>
        </p:nvSpPr>
        <p:spPr bwMode="auto">
          <a:xfrm>
            <a:off x="7402513" y="2408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73763" name="Line 35"/>
          <p:cNvSpPr>
            <a:spLocks noChangeShapeType="1"/>
          </p:cNvSpPr>
          <p:nvPr/>
        </p:nvSpPr>
        <p:spPr bwMode="auto">
          <a:xfrm>
            <a:off x="9231313" y="2408238"/>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44513" y="0"/>
            <a:ext cx="9072562" cy="1512888"/>
          </a:xfrm>
        </p:spPr>
        <p:txBody>
          <a:bodyPr/>
          <a:lstStyle/>
          <a:p>
            <a:pPr eaLnBrk="1" hangingPunct="1"/>
            <a:r>
              <a:rPr lang="en-US" altLang="ro-RO" smtClean="0"/>
              <a:t>Colectii : Cuprins</a:t>
            </a:r>
          </a:p>
        </p:txBody>
      </p:sp>
      <p:sp>
        <p:nvSpPr>
          <p:cNvPr id="75779" name="Rectangle 3"/>
          <p:cNvSpPr>
            <a:spLocks noGrp="1" noChangeArrowheads="1"/>
          </p:cNvSpPr>
          <p:nvPr>
            <p:ph type="body" idx="1"/>
          </p:nvPr>
        </p:nvSpPr>
        <p:spPr>
          <a:xfrm>
            <a:off x="544513" y="1570038"/>
            <a:ext cx="9072562" cy="4283075"/>
          </a:xfrm>
        </p:spPr>
        <p:txBody>
          <a:bodyPr/>
          <a:lstStyle/>
          <a:p>
            <a:pPr marL="717550" indent="-609600" defTabSz="449263" eaLnBrk="1" hangingPunct="1">
              <a:buSzPct val="112000"/>
              <a:buFont typeface="StarSymbol" charset="0"/>
              <a:buAutoNum type="arabicPeriod"/>
            </a:pPr>
            <a:r>
              <a:rPr lang="en-GB" altLang="ro-RO" sz="3200" b="1" smtClean="0">
                <a:solidFill>
                  <a:srgbClr val="FF0000"/>
                </a:solidFill>
              </a:rPr>
              <a:t> </a:t>
            </a:r>
            <a:r>
              <a:rPr lang="en-GB" altLang="ro-RO" sz="3200" b="1" smtClean="0"/>
              <a:t>Ce sunt colectiile</a:t>
            </a:r>
          </a:p>
          <a:p>
            <a:pPr marL="717550" indent="-609600" defTabSz="449263" eaLnBrk="1" hangingPunct="1">
              <a:buSzPct val="112000"/>
              <a:buFont typeface="StarSymbol" charset="0"/>
              <a:buAutoNum type="arabicPeriod"/>
            </a:pPr>
            <a:r>
              <a:rPr lang="en-GB" altLang="ro-RO" sz="3200" b="1" smtClean="0"/>
              <a:t> Tehnologii folosite de colectii</a:t>
            </a:r>
          </a:p>
          <a:p>
            <a:pPr marL="717550" indent="-609600" defTabSz="449263" eaLnBrk="1" hangingPunct="1">
              <a:buSzPct val="112000"/>
              <a:buFont typeface="StarSymbol" charset="0"/>
              <a:buAutoNum type="arabicPeriod"/>
            </a:pPr>
            <a:r>
              <a:rPr lang="en-GB" altLang="ro-RO" sz="3200" b="1" smtClean="0"/>
              <a:t> Proprietati ale colectiilor</a:t>
            </a:r>
          </a:p>
          <a:p>
            <a:pPr marL="717550" indent="-609600" defTabSz="449263" eaLnBrk="1" hangingPunct="1">
              <a:buSzPct val="112000"/>
              <a:buFont typeface="StarSymbol" charset="0"/>
              <a:buAutoNum type="arabicPeriod"/>
            </a:pPr>
            <a:r>
              <a:rPr lang="en-GB" altLang="ro-RO" sz="3200" b="1" smtClean="0"/>
              <a:t> Interfete ale colectiilor</a:t>
            </a:r>
          </a:p>
          <a:p>
            <a:pPr marL="717550" indent="-609600" defTabSz="449263" eaLnBrk="1" hangingPunct="1">
              <a:buSzPct val="112000"/>
              <a:buFont typeface="StarSymbol" charset="0"/>
              <a:buAutoNum type="arabicPeriod"/>
            </a:pPr>
            <a:r>
              <a:rPr lang="en-GB" altLang="ro-RO" sz="3200" b="1" smtClean="0"/>
              <a:t> Clase ale colectiilor</a:t>
            </a:r>
          </a:p>
          <a:p>
            <a:pPr marL="717550" indent="-609600" defTabSz="449263" eaLnBrk="1" hangingPunct="1">
              <a:buSzPct val="112000"/>
              <a:buFont typeface="StarSymbol" charset="0"/>
              <a:buAutoNum type="arabicPeriod"/>
            </a:pPr>
            <a:r>
              <a:rPr lang="en-US" altLang="ro-RO" sz="3200" b="1" smtClean="0"/>
              <a:t> </a:t>
            </a:r>
            <a:r>
              <a:rPr lang="en-US" altLang="ro-RO" sz="3200" b="1" smtClean="0">
                <a:solidFill>
                  <a:srgbClr val="FF0000"/>
                </a:solidFill>
              </a:rPr>
              <a:t>Multimi (Set)</a:t>
            </a:r>
          </a:p>
          <a:p>
            <a:pPr marL="717550" indent="-609600" defTabSz="449263" eaLnBrk="1" hangingPunct="1">
              <a:buSzPct val="112000"/>
              <a:buFont typeface="StarSymbol" charset="0"/>
              <a:buAutoNum type="arabicPeriod"/>
            </a:pPr>
            <a:r>
              <a:rPr lang="en-US" altLang="ro-RO" sz="3200" b="1" smtClean="0"/>
              <a:t> Liste</a:t>
            </a:r>
          </a:p>
          <a:p>
            <a:pPr marL="717550" indent="-609600" defTabSz="449263" eaLnBrk="1" hangingPunct="1">
              <a:buSzPct val="112000"/>
              <a:buFont typeface="StarSymbol" charset="0"/>
              <a:buAutoNum type="arabicPeriod"/>
            </a:pPr>
            <a:r>
              <a:rPr lang="en-US" altLang="ro-RO" sz="3200" b="1" smtClean="0"/>
              <a:t> Asocieri (Map)</a:t>
            </a:r>
          </a:p>
          <a:p>
            <a:pPr marL="717550" indent="-609600" defTabSz="449263" eaLnBrk="1" hangingPunct="1">
              <a:buSzPct val="112000"/>
              <a:buFont typeface="StarSymbol" charset="0"/>
              <a:buAutoNum type="arabicPeriod"/>
            </a:pPr>
            <a:r>
              <a:rPr lang="en-US" altLang="ro-RO" sz="3200" b="1" smtClean="0"/>
              <a:t> Iteratori</a:t>
            </a:r>
          </a:p>
          <a:p>
            <a:pPr marL="717550" indent="-609600" defTabSz="449263" eaLnBrk="1" hangingPunct="1">
              <a:buSzPct val="112000"/>
              <a:buFont typeface="StarSymbol" charset="0"/>
              <a:buAutoNum type="arabicPeriod"/>
            </a:pPr>
            <a:r>
              <a:rPr lang="en-US" altLang="ro-RO" sz="3200" b="1" smtClean="0"/>
              <a:t> Operatii cu colectii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44513" y="274638"/>
            <a:ext cx="9072562" cy="1512887"/>
          </a:xfrm>
        </p:spPr>
        <p:txBody>
          <a:bodyPr/>
          <a:lstStyle/>
          <a:p>
            <a:pPr eaLnBrk="1" hangingPunct="1"/>
            <a:r>
              <a:rPr lang="en-US" altLang="ro-RO" smtClean="0"/>
              <a:t>Multimi (set)</a:t>
            </a:r>
          </a:p>
        </p:txBody>
      </p:sp>
      <p:sp>
        <p:nvSpPr>
          <p:cNvPr id="77827" name="Rectangle 3"/>
          <p:cNvSpPr>
            <a:spLocks noGrp="1" noChangeArrowheads="1"/>
          </p:cNvSpPr>
          <p:nvPr>
            <p:ph type="body" idx="1"/>
          </p:nvPr>
        </p:nvSpPr>
        <p:spPr>
          <a:xfrm>
            <a:off x="468313" y="1646238"/>
            <a:ext cx="9072562" cy="4283075"/>
          </a:xfrm>
        </p:spPr>
        <p:txBody>
          <a:bodyPr/>
          <a:lstStyle/>
          <a:p>
            <a:pPr eaLnBrk="1" hangingPunct="1"/>
            <a:r>
              <a:rPr lang="en-US" altLang="ro-RO" sz="3200" smtClean="0"/>
              <a:t>Exista doua implementari importante de multime:</a:t>
            </a:r>
          </a:p>
          <a:p>
            <a:pPr eaLnBrk="1" hangingPunct="1"/>
            <a:r>
              <a:rPr lang="en-US" altLang="ro-RO" sz="3200" b="1" smtClean="0"/>
              <a:t>HashSet</a:t>
            </a:r>
            <a:r>
              <a:rPr lang="en-US" altLang="ro-RO" sz="3200" smtClean="0"/>
              <a:t> – implementeaza interfata Set, nu este ordonata, nu este sortata si nu permite duplicate</a:t>
            </a:r>
          </a:p>
          <a:p>
            <a:pPr eaLnBrk="1" hangingPunct="1"/>
            <a:r>
              <a:rPr lang="en-US" altLang="ro-RO" sz="3200" b="1" smtClean="0"/>
              <a:t>TreeSet</a:t>
            </a:r>
            <a:r>
              <a:rPr lang="en-US" altLang="ro-RO" sz="3200" smtClean="0"/>
              <a:t> – implementeaza interfata SortedSet, este sortata. Elementele trebuie sa poate fi comparate intre ele (elementele trebuie sa implementeze interfata </a:t>
            </a:r>
            <a:r>
              <a:rPr lang="en-US" altLang="ro-RO" sz="3200" b="1" smtClean="0"/>
              <a:t>java.lang.Comparable</a:t>
            </a:r>
            <a:r>
              <a:rPr lang="en-US" altLang="ro-RO" sz="3200" smtClean="0"/>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44513" y="198438"/>
            <a:ext cx="9072562" cy="1512887"/>
          </a:xfrm>
        </p:spPr>
        <p:txBody>
          <a:bodyPr/>
          <a:lstStyle/>
          <a:p>
            <a:pPr eaLnBrk="1" hangingPunct="1"/>
            <a:r>
              <a:rPr lang="en-US" altLang="ro-RO" smtClean="0"/>
              <a:t>Colectii : Cuprins</a:t>
            </a:r>
          </a:p>
        </p:txBody>
      </p:sp>
      <p:sp>
        <p:nvSpPr>
          <p:cNvPr id="79875" name="Rectangle 3"/>
          <p:cNvSpPr>
            <a:spLocks noGrp="1" noChangeArrowheads="1"/>
          </p:cNvSpPr>
          <p:nvPr>
            <p:ph type="body" idx="1"/>
          </p:nvPr>
        </p:nvSpPr>
        <p:spPr>
          <a:xfrm>
            <a:off x="468313" y="1570038"/>
            <a:ext cx="9072562" cy="4283075"/>
          </a:xfrm>
        </p:spPr>
        <p:txBody>
          <a:bodyPr/>
          <a:lstStyle/>
          <a:p>
            <a:pPr marL="717550" indent="-609600" defTabSz="449263" eaLnBrk="1" hangingPunct="1">
              <a:buSzPct val="112000"/>
              <a:buFont typeface="StarSymbol" charset="0"/>
              <a:buAutoNum type="arabicPeriod"/>
            </a:pPr>
            <a:r>
              <a:rPr lang="en-GB" altLang="ro-RO" sz="3200" b="1" smtClean="0">
                <a:solidFill>
                  <a:srgbClr val="FF0000"/>
                </a:solidFill>
              </a:rPr>
              <a:t> </a:t>
            </a:r>
            <a:r>
              <a:rPr lang="en-GB" altLang="ro-RO" sz="3200" b="1" smtClean="0"/>
              <a:t>Ce sunt colectiile</a:t>
            </a:r>
          </a:p>
          <a:p>
            <a:pPr marL="717550" indent="-609600" defTabSz="449263" eaLnBrk="1" hangingPunct="1">
              <a:buSzPct val="112000"/>
              <a:buFont typeface="StarSymbol" charset="0"/>
              <a:buAutoNum type="arabicPeriod"/>
            </a:pPr>
            <a:r>
              <a:rPr lang="en-GB" altLang="ro-RO" sz="3200" b="1" smtClean="0"/>
              <a:t> Tehnologii folosite de colectii</a:t>
            </a:r>
          </a:p>
          <a:p>
            <a:pPr marL="717550" indent="-609600" defTabSz="449263" eaLnBrk="1" hangingPunct="1">
              <a:buSzPct val="112000"/>
              <a:buFont typeface="StarSymbol" charset="0"/>
              <a:buAutoNum type="arabicPeriod"/>
            </a:pPr>
            <a:r>
              <a:rPr lang="en-GB" altLang="ro-RO" sz="3200" b="1" smtClean="0"/>
              <a:t> Proprietati ale colectiilor</a:t>
            </a:r>
          </a:p>
          <a:p>
            <a:pPr marL="717550" indent="-609600" defTabSz="449263" eaLnBrk="1" hangingPunct="1">
              <a:buSzPct val="112000"/>
              <a:buFont typeface="StarSymbol" charset="0"/>
              <a:buAutoNum type="arabicPeriod"/>
            </a:pPr>
            <a:r>
              <a:rPr lang="en-GB" altLang="ro-RO" sz="3200" b="1" smtClean="0"/>
              <a:t> Interfete ale colectiilor</a:t>
            </a:r>
          </a:p>
          <a:p>
            <a:pPr marL="717550" indent="-609600" defTabSz="449263" eaLnBrk="1" hangingPunct="1">
              <a:buSzPct val="112000"/>
              <a:buFont typeface="StarSymbol" charset="0"/>
              <a:buAutoNum type="arabicPeriod"/>
            </a:pPr>
            <a:r>
              <a:rPr lang="en-GB" altLang="ro-RO" sz="3200" b="1" smtClean="0"/>
              <a:t> Clase ale colectiilor</a:t>
            </a:r>
          </a:p>
          <a:p>
            <a:pPr marL="717550" indent="-609600" defTabSz="449263" eaLnBrk="1" hangingPunct="1">
              <a:buSzPct val="112000"/>
              <a:buFont typeface="StarSymbol" charset="0"/>
              <a:buAutoNum type="arabicPeriod"/>
            </a:pPr>
            <a:r>
              <a:rPr lang="en-US" altLang="ro-RO" sz="3200" b="1" smtClean="0"/>
              <a:t> Multimi (Set)</a:t>
            </a:r>
          </a:p>
          <a:p>
            <a:pPr marL="717550" indent="-609600" defTabSz="449263" eaLnBrk="1" hangingPunct="1">
              <a:buSzPct val="112000"/>
              <a:buFont typeface="StarSymbol" charset="0"/>
              <a:buAutoNum type="arabicPeriod"/>
            </a:pPr>
            <a:r>
              <a:rPr lang="en-US" altLang="ro-RO" sz="3200" b="1" smtClean="0"/>
              <a:t> </a:t>
            </a:r>
            <a:r>
              <a:rPr lang="en-US" altLang="ro-RO" sz="3200" b="1" smtClean="0">
                <a:solidFill>
                  <a:srgbClr val="FF0000"/>
                </a:solidFill>
              </a:rPr>
              <a:t>Liste</a:t>
            </a:r>
          </a:p>
          <a:p>
            <a:pPr marL="717550" indent="-609600" defTabSz="449263" eaLnBrk="1" hangingPunct="1">
              <a:buSzPct val="112000"/>
              <a:buFont typeface="StarSymbol" charset="0"/>
              <a:buAutoNum type="arabicPeriod"/>
            </a:pPr>
            <a:r>
              <a:rPr lang="en-US" altLang="ro-RO" sz="3200" b="1" smtClean="0"/>
              <a:t> Asocieri (Map)</a:t>
            </a:r>
          </a:p>
          <a:p>
            <a:pPr marL="717550" indent="-609600" defTabSz="449263" eaLnBrk="1" hangingPunct="1">
              <a:buSzPct val="112000"/>
              <a:buFont typeface="StarSymbol" charset="0"/>
              <a:buAutoNum type="arabicPeriod"/>
            </a:pPr>
            <a:r>
              <a:rPr lang="en-US" altLang="ro-RO" sz="3200" b="1" smtClean="0"/>
              <a:t> Iteratori</a:t>
            </a:r>
          </a:p>
          <a:p>
            <a:pPr marL="717550" indent="-609600" defTabSz="449263" eaLnBrk="1" hangingPunct="1">
              <a:buSzPct val="112000"/>
              <a:buFont typeface="StarSymbol" charset="0"/>
              <a:buAutoNum type="arabicPeriod"/>
            </a:pPr>
            <a:r>
              <a:rPr lang="en-US" altLang="ro-RO" sz="3200" b="1" smtClean="0"/>
              <a:t> Operatii cu colectii</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468313" y="198438"/>
            <a:ext cx="9072562" cy="1512887"/>
          </a:xfrm>
        </p:spPr>
        <p:txBody>
          <a:bodyPr/>
          <a:lstStyle/>
          <a:p>
            <a:pPr eaLnBrk="1" hangingPunct="1"/>
            <a:r>
              <a:rPr lang="en-US" altLang="ro-RO" smtClean="0"/>
              <a:t>Liste</a:t>
            </a:r>
          </a:p>
        </p:txBody>
      </p:sp>
      <p:sp>
        <p:nvSpPr>
          <p:cNvPr id="81923" name="Rectangle 3"/>
          <p:cNvSpPr>
            <a:spLocks noGrp="1" noChangeArrowheads="1"/>
          </p:cNvSpPr>
          <p:nvPr>
            <p:ph type="body" idx="1"/>
          </p:nvPr>
        </p:nvSpPr>
        <p:spPr>
          <a:xfrm>
            <a:off x="392113" y="1493838"/>
            <a:ext cx="9072562" cy="4283075"/>
          </a:xfrm>
        </p:spPr>
        <p:txBody>
          <a:bodyPr/>
          <a:lstStyle/>
          <a:p>
            <a:pPr eaLnBrk="1" hangingPunct="1"/>
            <a:r>
              <a:rPr lang="en-US" altLang="ro-RO" sz="3200" smtClean="0"/>
              <a:t>Exista trei implementari importante de lista:</a:t>
            </a:r>
          </a:p>
          <a:p>
            <a:pPr lvl="1" eaLnBrk="1" hangingPunct="1"/>
            <a:r>
              <a:rPr lang="en-US" altLang="ro-RO" sz="3200" b="1" smtClean="0"/>
              <a:t>Vector</a:t>
            </a:r>
            <a:r>
              <a:rPr lang="en-US" altLang="ro-RO" sz="3200" smtClean="0"/>
              <a:t> – este o implementare veche, nu se recomanda a mai fi folosita</a:t>
            </a:r>
          </a:p>
          <a:p>
            <a:pPr lvl="1" eaLnBrk="1" hangingPunct="1"/>
            <a:r>
              <a:rPr lang="en-US" altLang="ro-RO" sz="3200" b="1" smtClean="0"/>
              <a:t>ArrayList</a:t>
            </a:r>
            <a:r>
              <a:rPr lang="en-US" altLang="ro-RO" sz="3200" smtClean="0"/>
              <a:t> – implementeaza interfata List, dar foloseste tablouri, poate sa creasca dupa nevoie dar stergerea si inserarea in mijlocul listei sunt incete</a:t>
            </a:r>
          </a:p>
          <a:p>
            <a:pPr lvl="1" eaLnBrk="1" hangingPunct="1"/>
            <a:r>
              <a:rPr lang="en-US" altLang="ro-RO" sz="3200" b="1" smtClean="0"/>
              <a:t>LinkedList</a:t>
            </a:r>
            <a:r>
              <a:rPr lang="en-US" altLang="ro-RO" sz="3200" smtClean="0"/>
              <a:t> – implementeaza interfata List, folosind liste dublu inlantuite, poate fi parcursa in ambele directii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ltLang="ro-RO" smtClean="0"/>
              <a:t>Colectii : Cuprins</a:t>
            </a:r>
          </a:p>
        </p:txBody>
      </p:sp>
      <p:sp>
        <p:nvSpPr>
          <p:cNvPr id="83971" name="Rectangle 3"/>
          <p:cNvSpPr>
            <a:spLocks noGrp="1" noChangeArrowheads="1"/>
          </p:cNvSpPr>
          <p:nvPr>
            <p:ph type="body" idx="1"/>
          </p:nvPr>
        </p:nvSpPr>
        <p:spPr>
          <a:xfrm>
            <a:off x="468313" y="1722438"/>
            <a:ext cx="9072562" cy="4283075"/>
          </a:xfrm>
        </p:spPr>
        <p:txBody>
          <a:bodyPr/>
          <a:lstStyle/>
          <a:p>
            <a:pPr marL="717550" indent="-609600" defTabSz="449263" eaLnBrk="1" hangingPunct="1">
              <a:buSzPct val="112000"/>
              <a:buFont typeface="StarSymbol" charset="0"/>
              <a:buAutoNum type="arabicPeriod"/>
            </a:pPr>
            <a:r>
              <a:rPr lang="en-GB" altLang="ro-RO" sz="3200" b="1" smtClean="0">
                <a:solidFill>
                  <a:srgbClr val="FF0000"/>
                </a:solidFill>
              </a:rPr>
              <a:t> </a:t>
            </a:r>
            <a:r>
              <a:rPr lang="en-GB" altLang="ro-RO" sz="3200" b="1" smtClean="0"/>
              <a:t>Ce sunt colectiile</a:t>
            </a:r>
          </a:p>
          <a:p>
            <a:pPr marL="717550" indent="-609600" defTabSz="449263" eaLnBrk="1" hangingPunct="1">
              <a:buSzPct val="112000"/>
              <a:buFont typeface="StarSymbol" charset="0"/>
              <a:buAutoNum type="arabicPeriod"/>
            </a:pPr>
            <a:r>
              <a:rPr lang="en-GB" altLang="ro-RO" sz="3200" b="1" smtClean="0"/>
              <a:t> Tehnologii folosite de colectii</a:t>
            </a:r>
          </a:p>
          <a:p>
            <a:pPr marL="717550" indent="-609600" defTabSz="449263" eaLnBrk="1" hangingPunct="1">
              <a:buSzPct val="112000"/>
              <a:buFont typeface="StarSymbol" charset="0"/>
              <a:buAutoNum type="arabicPeriod"/>
            </a:pPr>
            <a:r>
              <a:rPr lang="en-GB" altLang="ro-RO" sz="3200" b="1" smtClean="0"/>
              <a:t> Proprietati ale colectiilor</a:t>
            </a:r>
          </a:p>
          <a:p>
            <a:pPr marL="717550" indent="-609600" defTabSz="449263" eaLnBrk="1" hangingPunct="1">
              <a:buSzPct val="112000"/>
              <a:buFont typeface="StarSymbol" charset="0"/>
              <a:buAutoNum type="arabicPeriod"/>
            </a:pPr>
            <a:r>
              <a:rPr lang="en-GB" altLang="ro-RO" sz="3200" b="1" smtClean="0"/>
              <a:t> Interfete ale colectiilor</a:t>
            </a:r>
          </a:p>
          <a:p>
            <a:pPr marL="717550" indent="-609600" defTabSz="449263" eaLnBrk="1" hangingPunct="1">
              <a:buSzPct val="112000"/>
              <a:buFont typeface="StarSymbol" charset="0"/>
              <a:buAutoNum type="arabicPeriod"/>
            </a:pPr>
            <a:r>
              <a:rPr lang="en-GB" altLang="ro-RO" sz="3200" b="1" smtClean="0"/>
              <a:t> Clase ale colectiilor</a:t>
            </a:r>
          </a:p>
          <a:p>
            <a:pPr marL="717550" indent="-609600" defTabSz="449263" eaLnBrk="1" hangingPunct="1">
              <a:buSzPct val="112000"/>
              <a:buFont typeface="StarSymbol" charset="0"/>
              <a:buAutoNum type="arabicPeriod"/>
            </a:pPr>
            <a:r>
              <a:rPr lang="en-US" altLang="ro-RO" sz="3200" b="1" smtClean="0"/>
              <a:t> Multimi (Set)</a:t>
            </a:r>
          </a:p>
          <a:p>
            <a:pPr marL="717550" indent="-609600" defTabSz="449263" eaLnBrk="1" hangingPunct="1">
              <a:buSzPct val="112000"/>
              <a:buFont typeface="StarSymbol" charset="0"/>
              <a:buAutoNum type="arabicPeriod"/>
            </a:pPr>
            <a:r>
              <a:rPr lang="en-US" altLang="ro-RO" sz="3200" b="1" smtClean="0"/>
              <a:t> Liste</a:t>
            </a:r>
          </a:p>
          <a:p>
            <a:pPr marL="717550" indent="-609600" defTabSz="449263" eaLnBrk="1" hangingPunct="1">
              <a:buSzPct val="112000"/>
              <a:buFont typeface="StarSymbol" charset="0"/>
              <a:buAutoNum type="arabicPeriod"/>
            </a:pPr>
            <a:r>
              <a:rPr lang="en-US" altLang="ro-RO" sz="3200" b="1" smtClean="0"/>
              <a:t> </a:t>
            </a:r>
            <a:r>
              <a:rPr lang="en-US" altLang="ro-RO" sz="3200" b="1" smtClean="0">
                <a:solidFill>
                  <a:srgbClr val="FF0000"/>
                </a:solidFill>
              </a:rPr>
              <a:t>Asocieri (Map)</a:t>
            </a:r>
          </a:p>
          <a:p>
            <a:pPr marL="717550" indent="-609600" defTabSz="449263" eaLnBrk="1" hangingPunct="1">
              <a:buSzPct val="112000"/>
              <a:buFont typeface="StarSymbol" charset="0"/>
              <a:buAutoNum type="arabicPeriod"/>
            </a:pPr>
            <a:r>
              <a:rPr lang="en-US" altLang="ro-RO" sz="3200" b="1" smtClean="0"/>
              <a:t> Iteratori</a:t>
            </a:r>
          </a:p>
          <a:p>
            <a:pPr marL="717550" indent="-609600" defTabSz="449263" eaLnBrk="1" hangingPunct="1">
              <a:buSzPct val="112000"/>
              <a:buFont typeface="StarSymbol" charset="0"/>
              <a:buAutoNum type="arabicPeriod"/>
            </a:pPr>
            <a:r>
              <a:rPr lang="en-US" altLang="ro-RO" sz="3200" b="1" smtClean="0"/>
              <a:t> Operatii cu colectii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468313" y="0"/>
            <a:ext cx="9072562" cy="1512888"/>
          </a:xfrm>
        </p:spPr>
        <p:txBody>
          <a:bodyPr/>
          <a:lstStyle/>
          <a:p>
            <a:pPr eaLnBrk="1" hangingPunct="1"/>
            <a:r>
              <a:rPr lang="en-US" altLang="ro-RO" smtClean="0"/>
              <a:t>Asocieri (map)</a:t>
            </a:r>
          </a:p>
        </p:txBody>
      </p:sp>
      <p:sp>
        <p:nvSpPr>
          <p:cNvPr id="86019" name="Rectangle 3"/>
          <p:cNvSpPr>
            <a:spLocks noGrp="1" noChangeArrowheads="1"/>
          </p:cNvSpPr>
          <p:nvPr>
            <p:ph type="body" idx="1"/>
          </p:nvPr>
        </p:nvSpPr>
        <p:spPr>
          <a:xfrm>
            <a:off x="468313" y="1493838"/>
            <a:ext cx="9072562" cy="4283075"/>
          </a:xfrm>
        </p:spPr>
        <p:txBody>
          <a:bodyPr/>
          <a:lstStyle/>
          <a:p>
            <a:pPr eaLnBrk="1" hangingPunct="1"/>
            <a:r>
              <a:rPr lang="en-US" altLang="ro-RO" sz="2800" smtClean="0"/>
              <a:t>Exista doua implementari importante de asocieri:</a:t>
            </a:r>
          </a:p>
          <a:p>
            <a:pPr lvl="1" eaLnBrk="1" hangingPunct="1"/>
            <a:r>
              <a:rPr lang="en-US" altLang="ro-RO" sz="2800" b="1" smtClean="0"/>
              <a:t>HashMap</a:t>
            </a:r>
            <a:r>
              <a:rPr lang="en-US" altLang="ro-RO" sz="2800" smtClean="0"/>
              <a:t> – implementeaza interfata Map, nu este ordonate, nu este sortata, nu permite duplicate, foloseste chei pentru gasirea rapida a obiectelor</a:t>
            </a:r>
          </a:p>
          <a:p>
            <a:pPr lvl="1" eaLnBrk="1" hangingPunct="1"/>
            <a:r>
              <a:rPr lang="en-US" altLang="ro-RO" sz="2800" b="1" smtClean="0"/>
              <a:t>TreeMap</a:t>
            </a:r>
            <a:r>
              <a:rPr lang="en-US" altLang="ro-RO" sz="2800" smtClean="0"/>
              <a:t> – implementeaza interfata SortedMap, este sortata, deci elementele trebuie sa implementeze interfata </a:t>
            </a:r>
            <a:r>
              <a:rPr lang="en-US" altLang="ro-RO" sz="2800" b="1" smtClean="0"/>
              <a:t>java.lang.Comparable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44513" y="198438"/>
            <a:ext cx="9072562" cy="1512887"/>
          </a:xfrm>
        </p:spPr>
        <p:txBody>
          <a:bodyPr/>
          <a:lstStyle/>
          <a:p>
            <a:pPr eaLnBrk="1" hangingPunct="1"/>
            <a:r>
              <a:rPr lang="en-US" altLang="ro-RO" smtClean="0"/>
              <a:t>Colectii : Cuprins</a:t>
            </a:r>
          </a:p>
        </p:txBody>
      </p:sp>
      <p:sp>
        <p:nvSpPr>
          <p:cNvPr id="88067" name="Rectangle 3"/>
          <p:cNvSpPr>
            <a:spLocks noGrp="1" noChangeArrowheads="1"/>
          </p:cNvSpPr>
          <p:nvPr>
            <p:ph type="body" idx="1"/>
          </p:nvPr>
        </p:nvSpPr>
        <p:spPr>
          <a:xfrm>
            <a:off x="468313" y="1646238"/>
            <a:ext cx="9072562" cy="4283075"/>
          </a:xfrm>
        </p:spPr>
        <p:txBody>
          <a:bodyPr/>
          <a:lstStyle/>
          <a:p>
            <a:pPr marL="717550" indent="-609600" defTabSz="449263" eaLnBrk="1" hangingPunct="1">
              <a:buSzPct val="112000"/>
              <a:buFont typeface="StarSymbol" charset="0"/>
              <a:buAutoNum type="arabicPeriod"/>
            </a:pPr>
            <a:r>
              <a:rPr lang="en-GB" altLang="ro-RO" sz="2800" b="1" smtClean="0">
                <a:solidFill>
                  <a:srgbClr val="FF0000"/>
                </a:solidFill>
              </a:rPr>
              <a:t> </a:t>
            </a:r>
            <a:r>
              <a:rPr lang="en-GB" altLang="ro-RO" sz="2800" b="1" smtClean="0"/>
              <a:t>Ce sunt colectiile</a:t>
            </a:r>
          </a:p>
          <a:p>
            <a:pPr marL="717550" indent="-609600" defTabSz="449263" eaLnBrk="1" hangingPunct="1">
              <a:buSzPct val="112000"/>
              <a:buFont typeface="StarSymbol" charset="0"/>
              <a:buAutoNum type="arabicPeriod"/>
            </a:pPr>
            <a:r>
              <a:rPr lang="en-GB" altLang="ro-RO" sz="2800" b="1" smtClean="0"/>
              <a:t> Tehnologii folosite de colectii</a:t>
            </a:r>
          </a:p>
          <a:p>
            <a:pPr marL="717550" indent="-609600" defTabSz="449263" eaLnBrk="1" hangingPunct="1">
              <a:buSzPct val="112000"/>
              <a:buFont typeface="StarSymbol" charset="0"/>
              <a:buAutoNum type="arabicPeriod"/>
            </a:pPr>
            <a:r>
              <a:rPr lang="en-GB" altLang="ro-RO" sz="2800" b="1" smtClean="0"/>
              <a:t> Proprietati ale colectiilor</a:t>
            </a:r>
          </a:p>
          <a:p>
            <a:pPr marL="717550" indent="-609600" defTabSz="449263" eaLnBrk="1" hangingPunct="1">
              <a:buSzPct val="112000"/>
              <a:buFont typeface="StarSymbol" charset="0"/>
              <a:buAutoNum type="arabicPeriod"/>
            </a:pPr>
            <a:r>
              <a:rPr lang="en-GB" altLang="ro-RO" sz="2800" b="1" smtClean="0"/>
              <a:t> Interfete ale colectiilor</a:t>
            </a:r>
          </a:p>
          <a:p>
            <a:pPr marL="717550" indent="-609600" defTabSz="449263" eaLnBrk="1" hangingPunct="1">
              <a:buSzPct val="112000"/>
              <a:buFont typeface="StarSymbol" charset="0"/>
              <a:buAutoNum type="arabicPeriod"/>
            </a:pPr>
            <a:r>
              <a:rPr lang="en-GB" altLang="ro-RO" sz="2800" b="1" smtClean="0"/>
              <a:t> Clase ale colectiilor</a:t>
            </a:r>
          </a:p>
          <a:p>
            <a:pPr marL="717550" indent="-609600" defTabSz="449263" eaLnBrk="1" hangingPunct="1">
              <a:buSzPct val="112000"/>
              <a:buFont typeface="StarSymbol" charset="0"/>
              <a:buAutoNum type="arabicPeriod"/>
            </a:pPr>
            <a:r>
              <a:rPr lang="en-US" altLang="ro-RO" sz="2800" b="1" smtClean="0"/>
              <a:t> Multimi (Set)</a:t>
            </a:r>
          </a:p>
          <a:p>
            <a:pPr marL="717550" indent="-609600" defTabSz="449263" eaLnBrk="1" hangingPunct="1">
              <a:buSzPct val="112000"/>
              <a:buFont typeface="StarSymbol" charset="0"/>
              <a:buAutoNum type="arabicPeriod"/>
            </a:pPr>
            <a:r>
              <a:rPr lang="en-US" altLang="ro-RO" sz="2800" b="1" smtClean="0"/>
              <a:t> Liste</a:t>
            </a:r>
          </a:p>
          <a:p>
            <a:pPr marL="717550" indent="-609600" defTabSz="449263" eaLnBrk="1" hangingPunct="1">
              <a:buSzPct val="112000"/>
              <a:buFont typeface="StarSymbol" charset="0"/>
              <a:buAutoNum type="arabicPeriod"/>
            </a:pPr>
            <a:r>
              <a:rPr lang="en-US" altLang="ro-RO" sz="2800" b="1" smtClean="0"/>
              <a:t> Asocieri (Map)</a:t>
            </a:r>
          </a:p>
          <a:p>
            <a:pPr marL="717550" indent="-609600" defTabSz="449263" eaLnBrk="1" hangingPunct="1">
              <a:buSzPct val="112000"/>
              <a:buFont typeface="StarSymbol" charset="0"/>
              <a:buAutoNum type="arabicPeriod"/>
            </a:pPr>
            <a:r>
              <a:rPr lang="en-US" altLang="ro-RO" sz="2800" b="1" smtClean="0"/>
              <a:t> </a:t>
            </a:r>
            <a:r>
              <a:rPr lang="en-US" altLang="ro-RO" sz="2800" b="1" smtClean="0">
                <a:solidFill>
                  <a:srgbClr val="FF0000"/>
                </a:solidFill>
              </a:rPr>
              <a:t>Iteratori</a:t>
            </a:r>
          </a:p>
          <a:p>
            <a:pPr marL="717550" indent="-609600" defTabSz="449263" eaLnBrk="1" hangingPunct="1">
              <a:buSzPct val="112000"/>
              <a:buFont typeface="StarSymbol" charset="0"/>
              <a:buAutoNum type="arabicPeriod"/>
            </a:pPr>
            <a:r>
              <a:rPr lang="en-US" altLang="ro-RO" sz="2800" b="1" smtClean="0"/>
              <a:t> Operatii cu colectii</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68313" y="198438"/>
            <a:ext cx="9072562" cy="1512887"/>
          </a:xfrm>
        </p:spPr>
        <p:txBody>
          <a:bodyPr/>
          <a:lstStyle/>
          <a:p>
            <a:pPr eaLnBrk="1" hangingPunct="1"/>
            <a:r>
              <a:rPr lang="en-US" altLang="ro-RO" smtClean="0"/>
              <a:t>Iteratori</a:t>
            </a:r>
          </a:p>
        </p:txBody>
      </p:sp>
      <p:sp>
        <p:nvSpPr>
          <p:cNvPr id="90115" name="Rectangle 3"/>
          <p:cNvSpPr>
            <a:spLocks noGrp="1" noChangeArrowheads="1"/>
          </p:cNvSpPr>
          <p:nvPr>
            <p:ph type="body" idx="1"/>
          </p:nvPr>
        </p:nvSpPr>
        <p:spPr>
          <a:xfrm>
            <a:off x="315913" y="1798638"/>
            <a:ext cx="9072562" cy="4283075"/>
          </a:xfrm>
        </p:spPr>
        <p:txBody>
          <a:bodyPr/>
          <a:lstStyle/>
          <a:p>
            <a:pPr eaLnBrk="1" hangingPunct="1"/>
            <a:r>
              <a:rPr lang="en-US" altLang="ro-RO" sz="2800" smtClean="0"/>
              <a:t>Parcurgerea colectiilor se face prin intermediul iteratorilor</a:t>
            </a:r>
          </a:p>
          <a:p>
            <a:pPr eaLnBrk="1" hangingPunct="1"/>
            <a:r>
              <a:rPr lang="en-US" altLang="ro-RO" sz="2800" smtClean="0"/>
              <a:t>Un iterator implementeaza interfata </a:t>
            </a:r>
            <a:r>
              <a:rPr lang="en-US" altLang="ro-RO" sz="2800" b="1" smtClean="0"/>
              <a:t>java.util.Iterator </a:t>
            </a:r>
            <a:r>
              <a:rPr lang="en-US" altLang="ro-RO" sz="2800" smtClean="0"/>
              <a:t>si are functii pentru parcurgerea unor elemente:</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public boolean hasNext();</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public Object next();</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public void remove();</a:t>
            </a:r>
            <a:endParaRPr lang="en-US" altLang="ro-RO" sz="280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544513" y="274638"/>
            <a:ext cx="9072562" cy="1512887"/>
          </a:xfrm>
        </p:spPr>
        <p:txBody>
          <a:bodyPr/>
          <a:lstStyle/>
          <a:p>
            <a:pPr eaLnBrk="1" hangingPunct="1"/>
            <a:r>
              <a:rPr lang="en-US" altLang="ro-RO" smtClean="0"/>
              <a:t>Iteratori</a:t>
            </a:r>
          </a:p>
        </p:txBody>
      </p:sp>
      <p:sp>
        <p:nvSpPr>
          <p:cNvPr id="92163" name="Rectangle 3"/>
          <p:cNvSpPr>
            <a:spLocks noGrp="1" noChangeArrowheads="1"/>
          </p:cNvSpPr>
          <p:nvPr>
            <p:ph type="body" idx="1"/>
          </p:nvPr>
        </p:nvSpPr>
        <p:spPr>
          <a:xfrm>
            <a:off x="468313" y="1874838"/>
            <a:ext cx="9072562" cy="4283075"/>
          </a:xfrm>
        </p:spPr>
        <p:txBody>
          <a:bodyPr/>
          <a:lstStyle/>
          <a:p>
            <a:pPr eaLnBrk="1" hangingPunct="1"/>
            <a:r>
              <a:rPr lang="en-US" altLang="ro-RO" sz="2800" smtClean="0"/>
              <a:t>Exemplu:</a:t>
            </a:r>
          </a:p>
          <a:p>
            <a:pPr eaLnBrk="1" hangingPunct="1"/>
            <a:endParaRPr lang="en-US" altLang="ro-RO" sz="2800" smtClean="0"/>
          </a:p>
          <a:p>
            <a:pPr eaLnBrk="1" hangingPunct="1">
              <a:buFont typeface="Wingdings" panose="05000000000000000000" pitchFamily="2" charset="2"/>
              <a:buNone/>
            </a:pPr>
            <a:r>
              <a:rPr lang="en-US" altLang="ro-RO" sz="2800" b="1" smtClean="0">
                <a:latin typeface="Courier New" panose="02070309020205020404" pitchFamily="49" charset="0"/>
              </a:rPr>
              <a:t>Set m = new HashSet();</a:t>
            </a:r>
          </a:p>
          <a:p>
            <a:pPr eaLnBrk="1" hangingPunct="1">
              <a:buFont typeface="Wingdings" panose="05000000000000000000" pitchFamily="2" charset="2"/>
              <a:buNone/>
            </a:pPr>
            <a:r>
              <a:rPr lang="en-US" altLang="ro-RO" sz="2800" b="1" smtClean="0">
                <a:latin typeface="Courier New" panose="02070309020205020404" pitchFamily="49" charset="0"/>
              </a:rPr>
              <a:t>m.add(“Ion”);</a:t>
            </a:r>
          </a:p>
          <a:p>
            <a:pPr eaLnBrk="1" hangingPunct="1">
              <a:buFont typeface="Wingdings" panose="05000000000000000000" pitchFamily="2" charset="2"/>
              <a:buNone/>
            </a:pPr>
            <a:r>
              <a:rPr lang="en-US" altLang="ro-RO" sz="2800" b="1" smtClean="0">
                <a:latin typeface="Courier New" panose="02070309020205020404" pitchFamily="49" charset="0"/>
              </a:rPr>
              <a:t>m.add(new Integer(5));</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solidFill>
                  <a:srgbClr val="FF0000"/>
                </a:solidFill>
                <a:latin typeface="Courier New" panose="02070309020205020404" pitchFamily="49" charset="0"/>
              </a:rPr>
              <a:t>Iterator</a:t>
            </a:r>
            <a:r>
              <a:rPr lang="en-US" altLang="ro-RO" sz="2800" b="1" smtClean="0">
                <a:latin typeface="Courier New" panose="02070309020205020404" pitchFamily="49" charset="0"/>
              </a:rPr>
              <a:t> i = m.iterator();</a:t>
            </a:r>
          </a:p>
          <a:p>
            <a:pPr eaLnBrk="1" hangingPunct="1">
              <a:buFont typeface="Wingdings" panose="05000000000000000000" pitchFamily="2" charset="2"/>
              <a:buNone/>
            </a:pPr>
            <a:r>
              <a:rPr lang="en-US" altLang="ro-RO" sz="2800" b="1" smtClean="0">
                <a:latin typeface="Courier New" panose="02070309020205020404" pitchFamily="49" charset="0"/>
              </a:rPr>
              <a:t>while(i.hasNext()) {</a:t>
            </a:r>
          </a:p>
          <a:p>
            <a:pPr eaLnBrk="1" hangingPunct="1">
              <a:buFont typeface="Wingdings" panose="05000000000000000000" pitchFamily="2" charset="2"/>
              <a:buNone/>
            </a:pPr>
            <a:r>
              <a:rPr lang="en-US" altLang="ro-RO" sz="2800" b="1" smtClean="0">
                <a:latin typeface="Courier New" panose="02070309020205020404" pitchFamily="49" charset="0"/>
              </a:rPr>
              <a:t>  System.out.println(i.next());</a:t>
            </a:r>
          </a:p>
          <a:p>
            <a:pPr eaLnBrk="1" hangingPunct="1">
              <a:buFont typeface="Wingdings" panose="05000000000000000000" pitchFamily="2" charset="2"/>
              <a:buNone/>
            </a:pPr>
            <a:r>
              <a:rPr lang="en-US" altLang="ro-RO" sz="2800" b="1" smtClean="0">
                <a:latin typeface="Courier New" panose="02070309020205020404" pitchFamily="49"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544513" y="198438"/>
            <a:ext cx="9072562" cy="1512887"/>
          </a:xfrm>
        </p:spPr>
        <p:txBody>
          <a:bodyPr/>
          <a:lstStyle/>
          <a:p>
            <a:pPr eaLnBrk="1" hangingPunct="1"/>
            <a:r>
              <a:rPr lang="en-US" altLang="ro-RO" smtClean="0"/>
              <a:t>Colectii : Cuprins</a:t>
            </a:r>
          </a:p>
        </p:txBody>
      </p:sp>
      <p:sp>
        <p:nvSpPr>
          <p:cNvPr id="94211" name="Rectangle 3"/>
          <p:cNvSpPr>
            <a:spLocks noGrp="1" noChangeArrowheads="1"/>
          </p:cNvSpPr>
          <p:nvPr>
            <p:ph type="body" idx="1"/>
          </p:nvPr>
        </p:nvSpPr>
        <p:spPr>
          <a:xfrm>
            <a:off x="544513" y="1722438"/>
            <a:ext cx="9072562" cy="4283075"/>
          </a:xfrm>
        </p:spPr>
        <p:txBody>
          <a:bodyPr/>
          <a:lstStyle/>
          <a:p>
            <a:pPr marL="717550" indent="-609600" defTabSz="449263" eaLnBrk="1" hangingPunct="1">
              <a:buSzPct val="112000"/>
              <a:buFont typeface="StarSymbol" charset="0"/>
              <a:buAutoNum type="arabicPeriod"/>
            </a:pPr>
            <a:r>
              <a:rPr lang="en-GB" altLang="ro-RO" sz="3200" b="1" smtClean="0">
                <a:solidFill>
                  <a:srgbClr val="FF0000"/>
                </a:solidFill>
              </a:rPr>
              <a:t> </a:t>
            </a:r>
            <a:r>
              <a:rPr lang="en-GB" altLang="ro-RO" sz="3200" b="1" smtClean="0"/>
              <a:t>Ce sunt colectiile</a:t>
            </a:r>
          </a:p>
          <a:p>
            <a:pPr marL="717550" indent="-609600" defTabSz="449263" eaLnBrk="1" hangingPunct="1">
              <a:buSzPct val="112000"/>
              <a:buFont typeface="StarSymbol" charset="0"/>
              <a:buAutoNum type="arabicPeriod"/>
            </a:pPr>
            <a:r>
              <a:rPr lang="en-GB" altLang="ro-RO" sz="3200" b="1" smtClean="0"/>
              <a:t> Tehnologii folosite de colectii</a:t>
            </a:r>
          </a:p>
          <a:p>
            <a:pPr marL="717550" indent="-609600" defTabSz="449263" eaLnBrk="1" hangingPunct="1">
              <a:buSzPct val="112000"/>
              <a:buFont typeface="StarSymbol" charset="0"/>
              <a:buAutoNum type="arabicPeriod"/>
            </a:pPr>
            <a:r>
              <a:rPr lang="en-GB" altLang="ro-RO" sz="3200" b="1" smtClean="0"/>
              <a:t> Proprietati ale colectiilor</a:t>
            </a:r>
          </a:p>
          <a:p>
            <a:pPr marL="717550" indent="-609600" defTabSz="449263" eaLnBrk="1" hangingPunct="1">
              <a:buSzPct val="112000"/>
              <a:buFont typeface="StarSymbol" charset="0"/>
              <a:buAutoNum type="arabicPeriod"/>
            </a:pPr>
            <a:r>
              <a:rPr lang="en-GB" altLang="ro-RO" sz="3200" b="1" smtClean="0"/>
              <a:t> Interfete ale colectiilor</a:t>
            </a:r>
          </a:p>
          <a:p>
            <a:pPr marL="717550" indent="-609600" defTabSz="449263" eaLnBrk="1" hangingPunct="1">
              <a:buSzPct val="112000"/>
              <a:buFont typeface="StarSymbol" charset="0"/>
              <a:buAutoNum type="arabicPeriod"/>
            </a:pPr>
            <a:r>
              <a:rPr lang="en-GB" altLang="ro-RO" sz="3200" b="1" smtClean="0"/>
              <a:t> Clase ale colectiilor</a:t>
            </a:r>
          </a:p>
          <a:p>
            <a:pPr marL="717550" indent="-609600" defTabSz="449263" eaLnBrk="1" hangingPunct="1">
              <a:buSzPct val="112000"/>
              <a:buFont typeface="StarSymbol" charset="0"/>
              <a:buAutoNum type="arabicPeriod"/>
            </a:pPr>
            <a:r>
              <a:rPr lang="en-US" altLang="ro-RO" sz="3200" b="1" smtClean="0"/>
              <a:t> Multimi (Set)</a:t>
            </a:r>
          </a:p>
          <a:p>
            <a:pPr marL="717550" indent="-609600" defTabSz="449263" eaLnBrk="1" hangingPunct="1">
              <a:buSzPct val="112000"/>
              <a:buFont typeface="StarSymbol" charset="0"/>
              <a:buAutoNum type="arabicPeriod"/>
            </a:pPr>
            <a:r>
              <a:rPr lang="en-US" altLang="ro-RO" sz="3200" b="1" smtClean="0"/>
              <a:t> Liste</a:t>
            </a:r>
          </a:p>
          <a:p>
            <a:pPr marL="717550" indent="-609600" defTabSz="449263" eaLnBrk="1" hangingPunct="1">
              <a:buSzPct val="112000"/>
              <a:buFont typeface="StarSymbol" charset="0"/>
              <a:buAutoNum type="arabicPeriod"/>
            </a:pPr>
            <a:r>
              <a:rPr lang="en-US" altLang="ro-RO" sz="3200" b="1" smtClean="0"/>
              <a:t> Asocieri (Map)</a:t>
            </a:r>
          </a:p>
          <a:p>
            <a:pPr marL="717550" indent="-609600" defTabSz="449263" eaLnBrk="1" hangingPunct="1">
              <a:buSzPct val="112000"/>
              <a:buFont typeface="StarSymbol" charset="0"/>
              <a:buAutoNum type="arabicPeriod"/>
            </a:pPr>
            <a:r>
              <a:rPr lang="en-US" altLang="ro-RO" sz="3200" b="1" smtClean="0"/>
              <a:t> Iteratori</a:t>
            </a:r>
          </a:p>
          <a:p>
            <a:pPr marL="717550" indent="-609600" defTabSz="449263" eaLnBrk="1" hangingPunct="1">
              <a:buSzPct val="112000"/>
              <a:buFont typeface="StarSymbol" charset="0"/>
              <a:buAutoNum type="arabicPeriod"/>
            </a:pPr>
            <a:r>
              <a:rPr lang="en-US" altLang="ro-RO" sz="3200" b="1" smtClean="0"/>
              <a:t> </a:t>
            </a:r>
            <a:r>
              <a:rPr lang="en-US" altLang="ro-RO" sz="3200" b="1" smtClean="0">
                <a:solidFill>
                  <a:srgbClr val="FF0000"/>
                </a:solidFill>
              </a:rPr>
              <a:t>Operatii cu colectii</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468313" y="198438"/>
            <a:ext cx="9072562" cy="1512887"/>
          </a:xfrm>
        </p:spPr>
        <p:txBody>
          <a:bodyPr/>
          <a:lstStyle/>
          <a:p>
            <a:pPr eaLnBrk="1" hangingPunct="1"/>
            <a:r>
              <a:rPr lang="en-US" altLang="ro-RO" smtClean="0"/>
              <a:t>Alte operatii cu colectii</a:t>
            </a:r>
          </a:p>
        </p:txBody>
      </p:sp>
      <p:sp>
        <p:nvSpPr>
          <p:cNvPr id="96259" name="Rectangle 3"/>
          <p:cNvSpPr>
            <a:spLocks noGrp="1" noChangeArrowheads="1"/>
          </p:cNvSpPr>
          <p:nvPr>
            <p:ph type="body" idx="1"/>
          </p:nvPr>
        </p:nvSpPr>
        <p:spPr>
          <a:xfrm>
            <a:off x="468313" y="1493838"/>
            <a:ext cx="9072562" cy="4283075"/>
          </a:xfrm>
        </p:spPr>
        <p:txBody>
          <a:bodyPr/>
          <a:lstStyle/>
          <a:p>
            <a:pPr eaLnBrk="1" hangingPunct="1"/>
            <a:r>
              <a:rPr lang="en-US" altLang="ro-RO" sz="2800" smtClean="0"/>
              <a:t>Clasa </a:t>
            </a:r>
            <a:r>
              <a:rPr lang="en-US" altLang="ro-RO" sz="2800" b="1" smtClean="0"/>
              <a:t>java.util.Collections</a:t>
            </a:r>
            <a:r>
              <a:rPr lang="en-US" altLang="ro-RO" sz="2800" smtClean="0"/>
              <a:t> pune la dispozitie metode statice pentru alte operatii cu colectii:</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int binarySearch(List l, Object key);</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void sort(List l);</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void shuffle(List l);</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void reverse(List l);</a:t>
            </a:r>
          </a:p>
          <a:p>
            <a:pPr eaLnBrk="1" hangingPunct="1">
              <a:buFont typeface="Wingdings" panose="05000000000000000000" pitchFamily="2" charset="2"/>
              <a:buNone/>
            </a:pPr>
            <a:endParaRPr lang="en-US" altLang="ro-RO" sz="2800" b="1" smtClean="0">
              <a:latin typeface="Courier New" panose="02070309020205020404" pitchFamily="49" charset="0"/>
            </a:endParaRPr>
          </a:p>
          <a:p>
            <a:pPr eaLnBrk="1" hangingPunct="1">
              <a:buFont typeface="Wingdings" panose="05000000000000000000" pitchFamily="2" charset="2"/>
              <a:buNone/>
            </a:pPr>
            <a:r>
              <a:rPr lang="en-US" altLang="ro-RO" sz="2800" b="1" smtClean="0">
                <a:latin typeface="Courier New" panose="02070309020205020404" pitchFamily="49" charset="0"/>
              </a:rPr>
              <a:t>Object max(Collection c);</a:t>
            </a:r>
            <a:endParaRPr lang="en-US" altLang="ro-RO" sz="2800" smtClean="0"/>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1927</TotalTime>
  <Words>1975</Words>
  <Application>Microsoft Office PowerPoint</Application>
  <PresentationFormat>Custom</PresentationFormat>
  <Paragraphs>485</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Arial</vt:lpstr>
      <vt:lpstr>Wingdings</vt:lpstr>
      <vt:lpstr>Times New Roman</vt:lpstr>
      <vt:lpstr>Arial Black</vt:lpstr>
      <vt:lpstr>Arial Narrow</vt:lpstr>
      <vt:lpstr>StarSymbol</vt:lpstr>
      <vt:lpstr>Courier New</vt:lpstr>
      <vt:lpstr>Symbol</vt:lpstr>
      <vt:lpstr>Pixel</vt:lpstr>
      <vt:lpstr>Fisiere : Cuprins</vt:lpstr>
      <vt:lpstr>Serializarea obiectelor</vt:lpstr>
      <vt:lpstr>Serializarea obiectelor</vt:lpstr>
      <vt:lpstr>Serializarea obiectelor </vt:lpstr>
      <vt:lpstr>Serializarea obiectelor</vt:lpstr>
      <vt:lpstr>Serializarea obiectelor</vt:lpstr>
      <vt:lpstr>Serializarea obiectelor</vt:lpstr>
      <vt:lpstr>Clasa ObjectOutputStream</vt:lpstr>
      <vt:lpstr>Clasa ObjectInputStream </vt:lpstr>
      <vt:lpstr>Clasa ObjectInputStream</vt:lpstr>
      <vt:lpstr>Serializarea obiectelor</vt:lpstr>
      <vt:lpstr>Deserializarea obiectelor</vt:lpstr>
      <vt:lpstr>Cuvântul cheie transient</vt:lpstr>
      <vt:lpstr>Cuvântul cheie transient</vt:lpstr>
      <vt:lpstr>Cuvântul cheie transient</vt:lpstr>
      <vt:lpstr>Folosirea serializarii pentru copierea obiectelor</vt:lpstr>
      <vt:lpstr>Folosirea serializarii pentru copierea obiectelor</vt:lpstr>
      <vt:lpstr>Folosirea serializarii pentru copierea obiectelor</vt:lpstr>
      <vt:lpstr>Cuprins</vt:lpstr>
      <vt:lpstr>Colectii : Cuprins</vt:lpstr>
      <vt:lpstr>Ce sunt colectiile</vt:lpstr>
      <vt:lpstr>Colectii : Cuprins</vt:lpstr>
      <vt:lpstr>Tehnologii de stocare</vt:lpstr>
      <vt:lpstr>Tablouri</vt:lpstr>
      <vt:lpstr>Liste</vt:lpstr>
      <vt:lpstr>Arbori</vt:lpstr>
      <vt:lpstr>Tabele de hashing</vt:lpstr>
      <vt:lpstr>Colectii : Cuprins</vt:lpstr>
      <vt:lpstr>Proprietati ale colectiilor</vt:lpstr>
      <vt:lpstr>Colectii : Cuprins</vt:lpstr>
      <vt:lpstr>Ierarhia interfetelor</vt:lpstr>
      <vt:lpstr>Interfete ale colectiilor</vt:lpstr>
      <vt:lpstr>Interfete ale colectiilor</vt:lpstr>
      <vt:lpstr>Colectii : Cuprins</vt:lpstr>
      <vt:lpstr>Ierarhia claselor</vt:lpstr>
      <vt:lpstr>Colectii : Cuprins</vt:lpstr>
      <vt:lpstr>Multimi (set)</vt:lpstr>
      <vt:lpstr>Colectii : Cuprins</vt:lpstr>
      <vt:lpstr>Liste</vt:lpstr>
      <vt:lpstr>Colectii : Cuprins</vt:lpstr>
      <vt:lpstr>Asocieri (map)</vt:lpstr>
      <vt:lpstr>Colectii : Cuprins</vt:lpstr>
      <vt:lpstr>Iteratori</vt:lpstr>
      <vt:lpstr>Iteratori</vt:lpstr>
      <vt:lpstr>Colectii : Cuprins</vt:lpstr>
      <vt:lpstr>Alte operatii cu colectii</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dc:title>
  <dc:creator>Admin</dc:creator>
  <cp:lastModifiedBy>Manuela Panoiu</cp:lastModifiedBy>
  <cp:revision>443</cp:revision>
  <dcterms:modified xsi:type="dcterms:W3CDTF">2020-11-08T20:58:36Z</dcterms:modified>
</cp:coreProperties>
</file>