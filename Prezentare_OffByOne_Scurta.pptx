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6E56C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SIMPOZION STIINTIFIC STUDENTESC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web interactiva pentru studiul algoritmilor de sortare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164592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Sortan Eduard-Catalin   ·   Baloi Dorian-Liviu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COORDONATORI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Dr. Muscalagiu Ionel   ·   As. Dr. Ing. Rat Cezara-Liliana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Politehnica Timisoara - Facultatea de Inginerie Hunedoara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didactica si solutia noastra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03520" cy="438912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3035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e greu sa inveti algoritmi?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Abstractizare excesiva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 si diagrame statice nu transmit dinamica pasilor.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18872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intarziat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Corectarea vine saptamani mai tarziu, nu imediat.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18872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Motivatie scazuta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recompensare imediata, abandonul vine repede.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737360"/>
            <a:ext cx="5669280" cy="4389120"/>
          </a:xfrm>
          <a:prstGeom prst="rect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737360"/>
            <a:ext cx="56692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SOLUTIA OFFBYONE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3317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singura platforma, totul integrat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17920" y="30632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063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Teorie + cod sursa C++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5204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520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 interactiv pe Canvas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977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Grile cu evaluare automata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4348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4434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chat + quiz + code feedback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0" y="48920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4892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(badges + streaks)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17920" y="53492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53492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pentru utilizare offline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TEHNOLOGII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Stack-ul aplicatiei OffByOne Academy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783080"/>
            <a:ext cx="2697480" cy="54864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8.1+ (OOP MySQLi)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InnoDB relational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.htaccess hardenat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783080"/>
            <a:ext cx="269748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783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API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ES6+ (zero framework)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design tokens (light/dark)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Service Worker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783080"/>
            <a:ext cx="26974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783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(latente sub 1s)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open-weight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module: chat / quiz / code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diferentiat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1783080"/>
            <a:ext cx="2697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1783080"/>
            <a:ext cx="269748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17830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 &amp; QA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81160" y="25603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cu nonce, CSRF, prepared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+ PHPStan + GitHub CI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admin actions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SHA-256 tokens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INIMA APLICATIEI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Vizualizatorul interactiv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functioneaza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Detecteaza data-algorithm si instantiaza clasa SortingVisualizer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algoritmul instrumentat (eveniment la fiecare comparatie/swap)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Deseneaza pe Canvas la 60 fps cu requestAnimationFrame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Evidentiaza linia de pseudocod activa (highlightCodeLine)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365760" cy="365760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Genereaza tonuri audio cu Web Audio API (cu prefers-reduced-motion)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5394960" cy="4297680"/>
          </a:xfrm>
          <a:prstGeom prst="rect">
            <a:avLst/>
          </a:prstGeom>
          <a:solidFill>
            <a:srgbClr val="0F1023"/>
          </a:solidFill>
          <a:ln/>
          <a:effectLst>
            <a:outerShdw sx="100000" sy="100000" kx="0" ky="0" algn="bl" rotWithShape="0" blurRad="152400" dist="508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 - Quick Sort (n=20)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47688" y="3851910"/>
            <a:ext cx="210312" cy="20002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94576" y="4411980"/>
            <a:ext cx="210312" cy="14401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41464" y="3051810"/>
            <a:ext cx="210312" cy="28003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88352" y="4892040"/>
            <a:ext cx="210312" cy="96012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2651760"/>
            <a:ext cx="210312" cy="32004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8" name="Shape 26"/>
          <p:cNvSpPr/>
          <p:nvPr/>
        </p:nvSpPr>
        <p:spPr>
          <a:xfrm>
            <a:off x="7882128" y="4091940"/>
            <a:ext cx="210312" cy="17602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9016" y="5212080"/>
            <a:ext cx="210312" cy="6400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0" name="Shape 28"/>
          <p:cNvSpPr/>
          <p:nvPr/>
        </p:nvSpPr>
        <p:spPr>
          <a:xfrm>
            <a:off x="8375904" y="3291840"/>
            <a:ext cx="210312" cy="256032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1" name="Shape 29"/>
          <p:cNvSpPr/>
          <p:nvPr/>
        </p:nvSpPr>
        <p:spPr>
          <a:xfrm>
            <a:off x="8622792" y="3611880"/>
            <a:ext cx="210312" cy="2240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9680" y="4652010"/>
            <a:ext cx="210312" cy="12001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3" name="Shape 31"/>
          <p:cNvSpPr/>
          <p:nvPr/>
        </p:nvSpPr>
        <p:spPr>
          <a:xfrm>
            <a:off x="9116568" y="2811780"/>
            <a:ext cx="210312" cy="30403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4" name="Shape 32"/>
          <p:cNvSpPr/>
          <p:nvPr/>
        </p:nvSpPr>
        <p:spPr>
          <a:xfrm>
            <a:off x="9363456" y="5052060"/>
            <a:ext cx="210312" cy="8001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5" name="Shape 33"/>
          <p:cNvSpPr/>
          <p:nvPr/>
        </p:nvSpPr>
        <p:spPr>
          <a:xfrm>
            <a:off x="9610344" y="4251960"/>
            <a:ext cx="210312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9857232" y="3451860"/>
            <a:ext cx="210312" cy="24003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04120" y="4491990"/>
            <a:ext cx="210312" cy="136017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51008" y="3691890"/>
            <a:ext cx="210312" cy="216027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97896" y="5452110"/>
            <a:ext cx="210312" cy="40005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44784" y="2971800"/>
            <a:ext cx="210312" cy="28803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91672" y="4011930"/>
            <a:ext cx="210312" cy="184023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2" name="Shape 40"/>
          <p:cNvSpPr/>
          <p:nvPr/>
        </p:nvSpPr>
        <p:spPr>
          <a:xfrm>
            <a:off x="11338560" y="4812030"/>
            <a:ext cx="210312" cy="104013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43" name="Shape 41"/>
          <p:cNvSpPr/>
          <p:nvPr/>
        </p:nvSpPr>
        <p:spPr>
          <a:xfrm>
            <a:off x="6675120" y="589788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58521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0" y="58978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7955280" y="5852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326880" y="5897880"/>
            <a:ext cx="109728" cy="109728"/>
          </a:xfrm>
          <a:prstGeom prst="ellipse">
            <a:avLst/>
          </a:prstGeom>
          <a:solidFill>
            <a:srgbClr val="6E56C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0" y="5852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nesortat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INTELIGENTA ARTIFICIALA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3.3 - trei integrari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0" cy="4297680"/>
          </a:xfrm>
          <a:prstGeom prst="rect">
            <a:avLst/>
          </a:prstGeom>
          <a:solidFill>
            <a:srgbClr val="0F1023"/>
          </a:solidFill>
          <a:ln/>
          <a:effectLst>
            <a:outerShdw sx="100000" sy="100000" kx="0" ky="0" algn="bl" rotWithShape="0" blurRad="152400" dist="508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FOLOSIT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parameters · open-weight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4572000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Groq Cloud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Latente sub 1s · tier gratuit · compatibil OpenAI ChatCompletions (migrare facila)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783080"/>
            <a:ext cx="6035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783080"/>
            <a:ext cx="91440" cy="13258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15/ora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468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pentru concepte algoritmice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3246120"/>
            <a:ext cx="6035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3246120"/>
            <a:ext cx="91440" cy="13258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25/ora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3931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intrebari dinamice adaptate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4709160"/>
            <a:ext cx="6035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4709160"/>
            <a:ext cx="91440" cy="132588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Feedback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0" y="4937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10/ora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automata pe codul C++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DIFERENTIATORI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ne face unici fata de VisuAlgo si altele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0116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24688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Niciuna dintre platformele comparate (VisuAlgo, Algorithm Visualizer, GeeksForGeeks) nu ofera chat conversational, quiz dinamic si feedback pe cod scris.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246120"/>
            <a:ext cx="73152" cy="1234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4612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201168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intr-un loc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38862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Teorie + cod sursa + vizualizare + evaluare + gamification - intr-o singura interfata, fara context-switching intre tab-uri.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663440"/>
            <a:ext cx="73152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201168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Limba romana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11680" y="53035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nativ pentru limba romana - esential pentru elevii din liceu care nu vorbesc engleza fluent.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286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5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REZULTATE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am construit, ce urmeaza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12801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LINII COD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783080"/>
            <a:ext cx="2743200" cy="12801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3756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TABELE MYSQL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2743200" cy="12801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BADGE-URI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1783080"/>
            <a:ext cx="2743200" cy="128016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09828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+ TEHNICI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cheie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AI personalizata reduce timpul de asimilare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creste retentia prin recompensare imediata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Vizualizatorul Canvas + audio ofera intuitie clara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Protectie multi-strat conform OWASP Top 10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Directii viitoare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83680" y="374904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grafuri (Dijkstra, BFS, DFS)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4251960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 arborescente (BST, AVL)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4754880"/>
            <a:ext cx="18288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i18n romana / engleza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0" y="5257800"/>
            <a:ext cx="18288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5212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automat DB + Sentry monitoring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OffByOne Academy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6E56C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MULTUMIRI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Intrebari?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828800" cy="36576"/>
          </a:xfrm>
          <a:prstGeom prst="rect">
            <a:avLst/>
          </a:prstGeom>
          <a:solidFill>
            <a:srgbClr val="6E56C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Multumim coordonatorilor pentru ghidare si rabdare: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Dr. Muscalagiu Ionel · As. Dr. Ing. Rat Cezara-Liliana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Sortan Eduard-Catalin · Baloi Dorian-Liviu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Politehnica Timisoara · Facultatea de Inginerie Hunedoara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OffByOne Academy</dc:title>
  <dc:subject>PptxGenJS Presentation</dc:subject>
  <dc:creator>Sortan Eduard-Catalin, Baloi Dorian-Liviu</dc:creator>
  <cp:lastModifiedBy>Sortan Eduard-Catalin, Baloi Dorian-Liviu</cp:lastModifiedBy>
  <cp:revision>1</cp:revision>
  <dcterms:created xsi:type="dcterms:W3CDTF">2026-05-13T08:49:08Z</dcterms:created>
  <dcterms:modified xsi:type="dcterms:W3CDTF">2026-05-13T08:49:08Z</dcterms:modified>
</cp:coreProperties>
</file>